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2" y="6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7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66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3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0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1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5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1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8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5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245EC-6F49-4AFD-AB66-D581A52F699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8D422-95C8-4CFC-8F9C-68736028F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2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" y="0"/>
            <a:ext cx="12192000" cy="689124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 rot="21047697">
            <a:off x="1020120" y="-5128864"/>
            <a:ext cx="10012919" cy="17039528"/>
            <a:chOff x="1528354" y="-1138646"/>
            <a:chExt cx="9135292" cy="9135292"/>
          </a:xfrm>
          <a:scene3d>
            <a:camera prst="isometricOffAxis1Top"/>
            <a:lightRig rig="threePt" dir="t"/>
          </a:scene3d>
        </p:grpSpPr>
        <p:sp>
          <p:nvSpPr>
            <p:cNvPr id="8" name="Oval 7"/>
            <p:cNvSpPr/>
            <p:nvPr/>
          </p:nvSpPr>
          <p:spPr>
            <a:xfrm>
              <a:off x="3521529" y="854529"/>
              <a:ext cx="5148942" cy="5148942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985657" y="2318657"/>
              <a:ext cx="2220686" cy="222068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035629" y="-631371"/>
              <a:ext cx="8120742" cy="8120742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92829" y="-174171"/>
              <a:ext cx="7206342" cy="7206342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982686" y="315686"/>
              <a:ext cx="6226628" cy="622662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946071" y="1279071"/>
              <a:ext cx="4299858" cy="42998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419599" y="1768928"/>
              <a:ext cx="3320144" cy="332014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528354" y="-1138646"/>
              <a:ext cx="9135292" cy="9135292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95212">
            <a:off x="4460093" y="3022658"/>
            <a:ext cx="489265" cy="4892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87" y="3954133"/>
            <a:ext cx="478064" cy="4780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744" y="3237551"/>
            <a:ext cx="659186" cy="6591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436" y="2206397"/>
            <a:ext cx="533893" cy="5338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55" y="2713051"/>
            <a:ext cx="804147" cy="772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37880">
            <a:off x="7069851" y="1226286"/>
            <a:ext cx="968116" cy="9681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083" y="2977377"/>
            <a:ext cx="936493" cy="93649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661" y="4780644"/>
            <a:ext cx="1809613" cy="12042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082" y="2314604"/>
            <a:ext cx="1679870" cy="167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0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1042 C 0.00052 -0.03426 0.05091 -0.06806 0.11341 -0.06412 C 0.17526 -0.05995 0.22552 -0.0206 0.22487 0.02338 C 0.22396 0.06875 0.17226 0.10208 0.11028 0.09722 C 0.04765 0.09421 -0.00117 0.05532 -0.00039 0.01042 Z " pathEditMode="relative" rAng="16320000" ptsTypes="AAAAA">
                                      <p:cBhvr>
                                        <p:cTn id="6" dur="10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63" y="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59259E-6 C -0.09596 -0.00787 -0.17318 -0.06736 -0.17123 -0.13171 C -0.16914 -0.19606 -0.08906 -0.24143 0.00677 -0.2324 C 0.10325 -0.22338 0.1789 -0.16365 0.17695 -0.0993 C 0.175 -0.03495 0.09609 0.00972 1.45833E-6 -2.59259E-6 Z " pathEditMode="relative" rAng="10980000" ptsTypes="AAAAA">
                                      <p:cBhvr>
                                        <p:cTn id="8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" y="-11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02662 C 3.75E-6 0.05486 -0.10261 0.12245 -0.22956 0.12245 C -0.35612 0.12245 -0.45938 0.05486 -0.45938 -0.02662 C -0.45938 -0.1088 -0.35612 -0.17408 -0.22956 -0.17408 C -0.10261 -0.17408 3.75E-6 -0.1088 3.75E-6 -0.02662 Z " pathEditMode="relative" rAng="5400000" ptsTypes="AAAAA">
                                      <p:cBhvr>
                                        <p:cTn id="10" dur="10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69" y="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31736 C 0.05534 0.29861 -0.06394 0.19977 -0.06029 0.09676 C -0.05625 -0.00556 0.07018 -0.07431 0.22083 -0.05625 C 0.37187 -0.0375 0.49062 0.0625 0.48659 0.16551 C 0.48255 0.26829 0.3569 0.33611 0.20625 0.31736 Z " pathEditMode="relative" rAng="11040000" ptsTypes="AAAAA">
                                      <p:cBhvr>
                                        <p:cTn id="12" dur="10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0" y="-1868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03773 C 2.08333E-6 -0.08541 0.1487 -0.18611 0.33203 -0.18611 C 0.5151 -0.18611 0.66419 -0.08541 0.66419 0.03773 C 0.66419 0.16158 0.5151 0.26134 0.33203 0.26134 C 0.1487 0.26134 2.08333E-6 0.16158 2.08333E-6 0.03773 Z " pathEditMode="relative" rAng="16200000" ptsTypes="AAAAA">
                                      <p:cBhvr>
                                        <p:cTn id="14" dur="10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0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86 -0.01019 C 0.08412 -0.01019 0.25625 0.103 0.25625 0.24351 C 0.25625 0.38379 0.08412 0.49768 -0.12786 0.49768 C -0.34023 0.49768 -0.51198 0.38379 -0.51198 0.24351 C -0.51198 0.103 -0.34023 -0.01019 -0.12786 -0.01019 Z " pathEditMode="relative" rAng="0" ptsTypes="AAAAA">
                                      <p:cBhvr>
                                        <p:cTn id="16" dur="10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39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6 0.0382 C 0.00026 0.19653 -0.1944 0.30232 -0.4345 0.27246 C -0.67187 0.24121 -0.86549 0.09028 -0.85924 -0.06759 C -0.85065 -0.22592 -0.65273 -0.32939 -0.41276 -0.29953 C -0.17174 -0.26782 0.01732 -0.11782 0.0086 0.0382 Z " pathEditMode="relative" rAng="5640000" ptsTypes="AAAAA">
                                      <p:cBhvr>
                                        <p:cTn id="18" dur="10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85" y="-520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39 0.03889 C -0.09245 0.03889 -0.31028 -0.10648 -0.31028 -0.28796 C -0.31028 -0.46852 -0.09245 -0.61666 0.17539 -0.61666 C 0.44349 -0.61666 0.66016 -0.46852 0.66016 -0.28796 C 0.66016 -0.10648 0.44349 0.03889 0.17539 0.03889 Z " pathEditMode="relative" rAng="10800000" ptsTypes="AAAAA">
                                      <p:cBhvr>
                                        <p:cTn id="20" dur="10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3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Faizan</dc:creator>
  <cp:lastModifiedBy>Muhammad Faizan</cp:lastModifiedBy>
  <cp:revision>16</cp:revision>
  <dcterms:created xsi:type="dcterms:W3CDTF">2025-11-17T11:53:36Z</dcterms:created>
  <dcterms:modified xsi:type="dcterms:W3CDTF">2025-11-18T10:06:50Z</dcterms:modified>
</cp:coreProperties>
</file>