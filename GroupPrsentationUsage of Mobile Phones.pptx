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sldIdLst>
    <p:sldId id="256" r:id="rId2"/>
    <p:sldId id="257" r:id="rId3"/>
    <p:sldId id="262" r:id="rId4"/>
    <p:sldId id="258" r:id="rId5"/>
    <p:sldId id="261" r:id="rId6"/>
    <p:sldId id="259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ammad Faizan" initials="MF" lastIdx="1" clrIdx="0">
    <p:extLst>
      <p:ext uri="{19B8F6BF-5375-455C-9EA6-DF929625EA0E}">
        <p15:presenceInfo xmlns:p15="http://schemas.microsoft.com/office/powerpoint/2012/main" userId="Muhammad Faiz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2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09E37E-8936-4C6B-A9B1-DA61B80AAC4E}" type="doc">
      <dgm:prSet loTypeId="urn:microsoft.com/office/officeart/2005/8/layout/bProcess4" loCatId="process" qsTypeId="urn:microsoft.com/office/officeart/2005/8/quickstyle/3d4" qsCatId="3D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DD885C3-84C1-485D-A114-CCA0C77ECC48}">
      <dgm:prSet custT="1"/>
      <dgm:spPr/>
      <dgm:t>
        <a:bodyPr/>
        <a:lstStyle/>
        <a:p>
          <a:r>
            <a:rPr lang="en-US" sz="1600" b="1" i="1" dirty="0">
              <a:solidFill>
                <a:srgbClr val="FFFF00"/>
              </a:solidFill>
            </a:rPr>
            <a:t>Early Use of Mobile Phones</a:t>
          </a:r>
          <a:endParaRPr lang="en-US" sz="1600" i="1" dirty="0">
            <a:solidFill>
              <a:srgbClr val="FFFF00"/>
            </a:solidFill>
          </a:endParaRPr>
        </a:p>
      </dgm:t>
    </dgm:pt>
    <dgm:pt modelId="{7F1679A3-DC25-457B-8B06-B27E44D49534}" type="parTrans" cxnId="{A2F94E4E-1BD2-425F-A716-3081756B6C2D}">
      <dgm:prSet/>
      <dgm:spPr/>
      <dgm:t>
        <a:bodyPr/>
        <a:lstStyle/>
        <a:p>
          <a:endParaRPr lang="en-US"/>
        </a:p>
      </dgm:t>
    </dgm:pt>
    <dgm:pt modelId="{7DF9C1A8-E670-4016-8334-E33814F294EC}" type="sibTrans" cxnId="{A2F94E4E-1BD2-425F-A716-3081756B6C2D}">
      <dgm:prSet/>
      <dgm:spPr/>
      <dgm:t>
        <a:bodyPr/>
        <a:lstStyle/>
        <a:p>
          <a:endParaRPr lang="en-US"/>
        </a:p>
      </dgm:t>
    </dgm:pt>
    <dgm:pt modelId="{472C7C10-37A3-4F45-AD98-CE76212D8052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Mostly used for emergencies and business</a:t>
          </a:r>
        </a:p>
      </dgm:t>
    </dgm:pt>
    <dgm:pt modelId="{169C5715-3963-411A-A59E-19A52CF2A780}" type="parTrans" cxnId="{992B429A-1229-4659-9332-7C5876E1EFA4}">
      <dgm:prSet/>
      <dgm:spPr/>
      <dgm:t>
        <a:bodyPr/>
        <a:lstStyle/>
        <a:p>
          <a:endParaRPr lang="en-US"/>
        </a:p>
      </dgm:t>
    </dgm:pt>
    <dgm:pt modelId="{8A9199C4-810E-4740-ABFE-D7C341584F74}" type="sibTrans" cxnId="{992B429A-1229-4659-9332-7C5876E1EFA4}">
      <dgm:prSet/>
      <dgm:spPr/>
      <dgm:t>
        <a:bodyPr/>
        <a:lstStyle/>
        <a:p>
          <a:endParaRPr lang="en-US"/>
        </a:p>
      </dgm:t>
    </dgm:pt>
    <dgm:pt modelId="{2BCDFA89-219F-4A5E-B109-23A11BA12718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Considered a luxury device</a:t>
          </a:r>
        </a:p>
      </dgm:t>
    </dgm:pt>
    <dgm:pt modelId="{F0C55731-2ACC-41F9-9B94-A86604BB30F8}" type="parTrans" cxnId="{9C08152C-2770-40BF-98B6-CA373BD7D556}">
      <dgm:prSet/>
      <dgm:spPr/>
      <dgm:t>
        <a:bodyPr/>
        <a:lstStyle/>
        <a:p>
          <a:endParaRPr lang="en-US"/>
        </a:p>
      </dgm:t>
    </dgm:pt>
    <dgm:pt modelId="{CB0881C9-EDBE-418E-B5F5-75C4595ACDB3}" type="sibTrans" cxnId="{9C08152C-2770-40BF-98B6-CA373BD7D556}">
      <dgm:prSet/>
      <dgm:spPr/>
      <dgm:t>
        <a:bodyPr/>
        <a:lstStyle/>
        <a:p>
          <a:endParaRPr lang="en-US"/>
        </a:p>
      </dgm:t>
    </dgm:pt>
    <dgm:pt modelId="{CE52031C-2A00-4AF6-9304-FBB72A0E818A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Used by executives and professionals on the move</a:t>
          </a:r>
        </a:p>
      </dgm:t>
    </dgm:pt>
    <dgm:pt modelId="{0B790B5C-ED05-445A-B90B-1A3664E321CF}" type="parTrans" cxnId="{D5B2A8F0-1562-48A3-96D6-DB9186BEF7D9}">
      <dgm:prSet/>
      <dgm:spPr/>
      <dgm:t>
        <a:bodyPr/>
        <a:lstStyle/>
        <a:p>
          <a:endParaRPr lang="en-US"/>
        </a:p>
      </dgm:t>
    </dgm:pt>
    <dgm:pt modelId="{430F4A52-4B2D-4C46-8586-A82471E0DE9C}" type="sibTrans" cxnId="{D5B2A8F0-1562-48A3-96D6-DB9186BEF7D9}">
      <dgm:prSet/>
      <dgm:spPr/>
      <dgm:t>
        <a:bodyPr/>
        <a:lstStyle/>
        <a:p>
          <a:endParaRPr lang="en-US"/>
        </a:p>
      </dgm:t>
    </dgm:pt>
    <dgm:pt modelId="{FF4418BA-6DED-448A-A91F-95CB9FE9E450}">
      <dgm:prSet/>
      <dgm:spPr/>
      <dgm:t>
        <a:bodyPr/>
        <a:lstStyle/>
        <a:p>
          <a:r>
            <a:rPr lang="en-US" b="1" dirty="0">
              <a:solidFill>
                <a:srgbClr val="FFFF00"/>
              </a:solidFill>
            </a:rPr>
            <a:t>Rise of 1G Networks (1980s)</a:t>
          </a:r>
          <a:endParaRPr lang="en-US" dirty="0">
            <a:solidFill>
              <a:srgbClr val="FFFF00"/>
            </a:solidFill>
          </a:endParaRPr>
        </a:p>
      </dgm:t>
    </dgm:pt>
    <dgm:pt modelId="{325D0A00-64E2-4288-89D3-D1358054E561}" type="parTrans" cxnId="{1F4D8E87-9768-4ED3-ADDA-658A104A13BA}">
      <dgm:prSet/>
      <dgm:spPr/>
      <dgm:t>
        <a:bodyPr/>
        <a:lstStyle/>
        <a:p>
          <a:endParaRPr lang="en-US"/>
        </a:p>
      </dgm:t>
    </dgm:pt>
    <dgm:pt modelId="{5ADE1BCC-C1B1-4997-82DA-75EF19F119EC}" type="sibTrans" cxnId="{1F4D8E87-9768-4ED3-ADDA-658A104A13BA}">
      <dgm:prSet/>
      <dgm:spPr/>
      <dgm:t>
        <a:bodyPr/>
        <a:lstStyle/>
        <a:p>
          <a:endParaRPr lang="en-US"/>
        </a:p>
      </dgm:t>
    </dgm:pt>
    <dgm:pt modelId="{653C1612-EA19-4CFA-919A-9610194D3373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Analog mobile networks enabled wider use</a:t>
          </a:r>
        </a:p>
      </dgm:t>
    </dgm:pt>
    <dgm:pt modelId="{BBCB07D4-7614-40A4-BB81-6D8E122F9881}" type="parTrans" cxnId="{ED7C29A3-0F7D-4C19-BA86-0EB1DEB9F0D4}">
      <dgm:prSet/>
      <dgm:spPr/>
      <dgm:t>
        <a:bodyPr/>
        <a:lstStyle/>
        <a:p>
          <a:endParaRPr lang="en-US"/>
        </a:p>
      </dgm:t>
    </dgm:pt>
    <dgm:pt modelId="{5978A67E-6D91-4953-8EE2-327AC0C83A0C}" type="sibTrans" cxnId="{ED7C29A3-0F7D-4C19-BA86-0EB1DEB9F0D4}">
      <dgm:prSet/>
      <dgm:spPr/>
      <dgm:t>
        <a:bodyPr/>
        <a:lstStyle/>
        <a:p>
          <a:endParaRPr lang="en-US"/>
        </a:p>
      </dgm:t>
    </dgm:pt>
    <dgm:pt modelId="{FEA29AF3-0A55-4131-9CD4-15BC058DAA3A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Phones became smaller and slightly cheaper</a:t>
          </a:r>
        </a:p>
      </dgm:t>
    </dgm:pt>
    <dgm:pt modelId="{8B0082DD-DBEA-42F0-9BA4-4C6C29B56960}" type="parTrans" cxnId="{D6040D1A-9CD3-47F9-BAC9-24EEC6235744}">
      <dgm:prSet/>
      <dgm:spPr/>
      <dgm:t>
        <a:bodyPr/>
        <a:lstStyle/>
        <a:p>
          <a:endParaRPr lang="en-US"/>
        </a:p>
      </dgm:t>
    </dgm:pt>
    <dgm:pt modelId="{66B56558-680F-4A42-B28A-E030FC01E0C9}" type="sibTrans" cxnId="{D6040D1A-9CD3-47F9-BAC9-24EEC6235744}">
      <dgm:prSet/>
      <dgm:spPr/>
      <dgm:t>
        <a:bodyPr/>
        <a:lstStyle/>
        <a:p>
          <a:endParaRPr lang="en-US"/>
        </a:p>
      </dgm:t>
    </dgm:pt>
    <dgm:pt modelId="{DE4164C5-38E3-4AD0-9D57-F585030BBBC0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People could make calls away from landlines</a:t>
          </a:r>
        </a:p>
      </dgm:t>
    </dgm:pt>
    <dgm:pt modelId="{0540273C-0340-432E-99AA-5D00D856116F}" type="parTrans" cxnId="{10277797-7694-42EA-937E-A1515EC6930A}">
      <dgm:prSet/>
      <dgm:spPr/>
      <dgm:t>
        <a:bodyPr/>
        <a:lstStyle/>
        <a:p>
          <a:endParaRPr lang="en-US"/>
        </a:p>
      </dgm:t>
    </dgm:pt>
    <dgm:pt modelId="{4ACC23E0-8266-4A3F-8459-F3DFBFB000A3}" type="sibTrans" cxnId="{10277797-7694-42EA-937E-A1515EC6930A}">
      <dgm:prSet/>
      <dgm:spPr/>
      <dgm:t>
        <a:bodyPr/>
        <a:lstStyle/>
        <a:p>
          <a:endParaRPr lang="en-US"/>
        </a:p>
      </dgm:t>
    </dgm:pt>
    <dgm:pt modelId="{71B277A1-8640-4DAE-867B-7F08F57F4E72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Felt like a “superpower” to own one</a:t>
          </a:r>
        </a:p>
      </dgm:t>
    </dgm:pt>
    <dgm:pt modelId="{52B85314-1C1E-44B9-9EB9-D6F9392F49CC}" type="parTrans" cxnId="{794B3461-5910-42C0-9160-64B181F55E06}">
      <dgm:prSet/>
      <dgm:spPr/>
      <dgm:t>
        <a:bodyPr/>
        <a:lstStyle/>
        <a:p>
          <a:endParaRPr lang="en-US"/>
        </a:p>
      </dgm:t>
    </dgm:pt>
    <dgm:pt modelId="{2055A971-BAE2-4560-86F0-A432CBDB9E3B}" type="sibTrans" cxnId="{794B3461-5910-42C0-9160-64B181F55E06}">
      <dgm:prSet/>
      <dgm:spPr/>
      <dgm:t>
        <a:bodyPr/>
        <a:lstStyle/>
        <a:p>
          <a:endParaRPr lang="en-US"/>
        </a:p>
      </dgm:t>
    </dgm:pt>
    <dgm:pt modelId="{A20BD4EF-39A7-44C1-B7D1-2AA1412DBA84}" type="pres">
      <dgm:prSet presAssocID="{AA09E37E-8936-4C6B-A9B1-DA61B80AAC4E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78508A2A-068C-4EEE-984E-33B3720174FB}" type="pres">
      <dgm:prSet presAssocID="{1DD885C3-84C1-485D-A114-CCA0C77ECC48}" presName="compNode" presStyleCnt="0"/>
      <dgm:spPr/>
    </dgm:pt>
    <dgm:pt modelId="{EB129A56-CFBA-412A-8AA9-5B717DD7BE5C}" type="pres">
      <dgm:prSet presAssocID="{1DD885C3-84C1-485D-A114-CCA0C77ECC48}" presName="dummyConnPt" presStyleCnt="0"/>
      <dgm:spPr/>
    </dgm:pt>
    <dgm:pt modelId="{EB38F408-0CC3-4566-850E-0BDC1B5E737C}" type="pres">
      <dgm:prSet presAssocID="{1DD885C3-84C1-485D-A114-CCA0C77ECC48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625BC0-2987-4B85-8FDE-F8D44B5A83DD}" type="pres">
      <dgm:prSet presAssocID="{7DF9C1A8-E670-4016-8334-E33814F294EC}" presName="sibTrans" presStyleLbl="bgSibTrans2D1" presStyleIdx="0" presStyleCnt="8"/>
      <dgm:spPr/>
      <dgm:t>
        <a:bodyPr/>
        <a:lstStyle/>
        <a:p>
          <a:endParaRPr lang="en-US"/>
        </a:p>
      </dgm:t>
    </dgm:pt>
    <dgm:pt modelId="{3D30BB6F-5C35-4874-8C3E-894CDB66FF97}" type="pres">
      <dgm:prSet presAssocID="{472C7C10-37A3-4F45-AD98-CE76212D8052}" presName="compNode" presStyleCnt="0"/>
      <dgm:spPr/>
    </dgm:pt>
    <dgm:pt modelId="{69ED7691-567C-41A1-B6E5-F9CCB35164E8}" type="pres">
      <dgm:prSet presAssocID="{472C7C10-37A3-4F45-AD98-CE76212D8052}" presName="dummyConnPt" presStyleCnt="0"/>
      <dgm:spPr/>
    </dgm:pt>
    <dgm:pt modelId="{4B91BD9A-D905-4517-B8EC-0C46649A1D51}" type="pres">
      <dgm:prSet presAssocID="{472C7C10-37A3-4F45-AD98-CE76212D8052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40FB80-3048-4738-BDEC-0578F4F601E6}" type="pres">
      <dgm:prSet presAssocID="{8A9199C4-810E-4740-ABFE-D7C341584F74}" presName="sibTrans" presStyleLbl="bgSibTrans2D1" presStyleIdx="1" presStyleCnt="8"/>
      <dgm:spPr/>
      <dgm:t>
        <a:bodyPr/>
        <a:lstStyle/>
        <a:p>
          <a:endParaRPr lang="en-US"/>
        </a:p>
      </dgm:t>
    </dgm:pt>
    <dgm:pt modelId="{3B118E8A-1711-4D3F-AA61-D0AA8CCE42B9}" type="pres">
      <dgm:prSet presAssocID="{2BCDFA89-219F-4A5E-B109-23A11BA12718}" presName="compNode" presStyleCnt="0"/>
      <dgm:spPr/>
    </dgm:pt>
    <dgm:pt modelId="{7CE7BB8B-E8B2-435D-8BFD-E0AF3B7C86F2}" type="pres">
      <dgm:prSet presAssocID="{2BCDFA89-219F-4A5E-B109-23A11BA12718}" presName="dummyConnPt" presStyleCnt="0"/>
      <dgm:spPr/>
    </dgm:pt>
    <dgm:pt modelId="{F69120EC-C21F-4E3E-B008-CFFE9EE19AAF}" type="pres">
      <dgm:prSet presAssocID="{2BCDFA89-219F-4A5E-B109-23A11BA12718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6F3507-2B5D-4104-BA8A-AA40D56C33D9}" type="pres">
      <dgm:prSet presAssocID="{CB0881C9-EDBE-418E-B5F5-75C4595ACDB3}" presName="sibTrans" presStyleLbl="bgSibTrans2D1" presStyleIdx="2" presStyleCnt="8"/>
      <dgm:spPr/>
      <dgm:t>
        <a:bodyPr/>
        <a:lstStyle/>
        <a:p>
          <a:endParaRPr lang="en-US"/>
        </a:p>
      </dgm:t>
    </dgm:pt>
    <dgm:pt modelId="{191C095A-8C88-4E44-8538-BAEE247C4986}" type="pres">
      <dgm:prSet presAssocID="{CE52031C-2A00-4AF6-9304-FBB72A0E818A}" presName="compNode" presStyleCnt="0"/>
      <dgm:spPr/>
    </dgm:pt>
    <dgm:pt modelId="{103A9909-6FC6-45C5-82F1-311F5FC85728}" type="pres">
      <dgm:prSet presAssocID="{CE52031C-2A00-4AF6-9304-FBB72A0E818A}" presName="dummyConnPt" presStyleCnt="0"/>
      <dgm:spPr/>
    </dgm:pt>
    <dgm:pt modelId="{145A196A-BC13-49FF-99A7-C960B64CABBA}" type="pres">
      <dgm:prSet presAssocID="{CE52031C-2A00-4AF6-9304-FBB72A0E818A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64CB01-5C1D-4A22-B3DC-235ADA119918}" type="pres">
      <dgm:prSet presAssocID="{430F4A52-4B2D-4C46-8586-A82471E0DE9C}" presName="sibTrans" presStyleLbl="bgSibTrans2D1" presStyleIdx="3" presStyleCnt="8"/>
      <dgm:spPr/>
      <dgm:t>
        <a:bodyPr/>
        <a:lstStyle/>
        <a:p>
          <a:endParaRPr lang="en-US"/>
        </a:p>
      </dgm:t>
    </dgm:pt>
    <dgm:pt modelId="{26773869-2F0F-4EED-96CF-F98D426A2B76}" type="pres">
      <dgm:prSet presAssocID="{FF4418BA-6DED-448A-A91F-95CB9FE9E450}" presName="compNode" presStyleCnt="0"/>
      <dgm:spPr/>
    </dgm:pt>
    <dgm:pt modelId="{D9AF9CCD-9BA5-4ADB-8CBF-4D110F6E8EC7}" type="pres">
      <dgm:prSet presAssocID="{FF4418BA-6DED-448A-A91F-95CB9FE9E450}" presName="dummyConnPt" presStyleCnt="0"/>
      <dgm:spPr/>
    </dgm:pt>
    <dgm:pt modelId="{533F8B90-8645-4AAD-BC99-35B1138EF108}" type="pres">
      <dgm:prSet presAssocID="{FF4418BA-6DED-448A-A91F-95CB9FE9E450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282643-E730-4B1C-ACDA-3048AAB143D7}" type="pres">
      <dgm:prSet presAssocID="{5ADE1BCC-C1B1-4997-82DA-75EF19F119EC}" presName="sibTrans" presStyleLbl="bgSibTrans2D1" presStyleIdx="4" presStyleCnt="8"/>
      <dgm:spPr/>
      <dgm:t>
        <a:bodyPr/>
        <a:lstStyle/>
        <a:p>
          <a:endParaRPr lang="en-US"/>
        </a:p>
      </dgm:t>
    </dgm:pt>
    <dgm:pt modelId="{B3E9582F-D604-4396-9EFA-7547C58CFEE4}" type="pres">
      <dgm:prSet presAssocID="{653C1612-EA19-4CFA-919A-9610194D3373}" presName="compNode" presStyleCnt="0"/>
      <dgm:spPr/>
    </dgm:pt>
    <dgm:pt modelId="{22FC78E6-6324-4131-A2AC-89413ABB7AEB}" type="pres">
      <dgm:prSet presAssocID="{653C1612-EA19-4CFA-919A-9610194D3373}" presName="dummyConnPt" presStyleCnt="0"/>
      <dgm:spPr/>
    </dgm:pt>
    <dgm:pt modelId="{99857318-3EEF-4497-AF97-3A7FF5EE1A02}" type="pres">
      <dgm:prSet presAssocID="{653C1612-EA19-4CFA-919A-9610194D3373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32DF4D-562D-449B-9781-92907FDC4B9A}" type="pres">
      <dgm:prSet presAssocID="{5978A67E-6D91-4953-8EE2-327AC0C83A0C}" presName="sibTrans" presStyleLbl="bgSibTrans2D1" presStyleIdx="5" presStyleCnt="8"/>
      <dgm:spPr/>
      <dgm:t>
        <a:bodyPr/>
        <a:lstStyle/>
        <a:p>
          <a:endParaRPr lang="en-US"/>
        </a:p>
      </dgm:t>
    </dgm:pt>
    <dgm:pt modelId="{55BDA1AB-991B-4AAD-8DC0-703E6A95FF7B}" type="pres">
      <dgm:prSet presAssocID="{FEA29AF3-0A55-4131-9CD4-15BC058DAA3A}" presName="compNode" presStyleCnt="0"/>
      <dgm:spPr/>
    </dgm:pt>
    <dgm:pt modelId="{CB0000E1-EF18-47A9-A5F8-8388D10751FE}" type="pres">
      <dgm:prSet presAssocID="{FEA29AF3-0A55-4131-9CD4-15BC058DAA3A}" presName="dummyConnPt" presStyleCnt="0"/>
      <dgm:spPr/>
    </dgm:pt>
    <dgm:pt modelId="{306A0656-CF7F-418B-B5D2-DAB6AE5294B6}" type="pres">
      <dgm:prSet presAssocID="{FEA29AF3-0A55-4131-9CD4-15BC058DAA3A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86B248-67AD-4EBE-A15A-9EB912CD2CF6}" type="pres">
      <dgm:prSet presAssocID="{66B56558-680F-4A42-B28A-E030FC01E0C9}" presName="sibTrans" presStyleLbl="bgSibTrans2D1" presStyleIdx="6" presStyleCnt="8"/>
      <dgm:spPr/>
      <dgm:t>
        <a:bodyPr/>
        <a:lstStyle/>
        <a:p>
          <a:endParaRPr lang="en-US"/>
        </a:p>
      </dgm:t>
    </dgm:pt>
    <dgm:pt modelId="{694BFCCD-43B5-4E15-A9C6-F7154DF51A82}" type="pres">
      <dgm:prSet presAssocID="{DE4164C5-38E3-4AD0-9D57-F585030BBBC0}" presName="compNode" presStyleCnt="0"/>
      <dgm:spPr/>
    </dgm:pt>
    <dgm:pt modelId="{F0D11C1D-B59E-4DD4-96E5-AB261341FBF8}" type="pres">
      <dgm:prSet presAssocID="{DE4164C5-38E3-4AD0-9D57-F585030BBBC0}" presName="dummyConnPt" presStyleCnt="0"/>
      <dgm:spPr/>
    </dgm:pt>
    <dgm:pt modelId="{D51ADDBC-5E88-4F25-B5AD-CD543E4093A1}" type="pres">
      <dgm:prSet presAssocID="{DE4164C5-38E3-4AD0-9D57-F585030BBBC0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51B247-D207-45DD-8206-5F1855891B98}" type="pres">
      <dgm:prSet presAssocID="{4ACC23E0-8266-4A3F-8459-F3DFBFB000A3}" presName="sibTrans" presStyleLbl="bgSibTrans2D1" presStyleIdx="7" presStyleCnt="8"/>
      <dgm:spPr/>
      <dgm:t>
        <a:bodyPr/>
        <a:lstStyle/>
        <a:p>
          <a:endParaRPr lang="en-US"/>
        </a:p>
      </dgm:t>
    </dgm:pt>
    <dgm:pt modelId="{078DA099-C219-4540-8F4B-2600FD17C5AE}" type="pres">
      <dgm:prSet presAssocID="{71B277A1-8640-4DAE-867B-7F08F57F4E72}" presName="compNode" presStyleCnt="0"/>
      <dgm:spPr/>
    </dgm:pt>
    <dgm:pt modelId="{F7DF3906-1441-4D82-8C03-15F17E49BCE4}" type="pres">
      <dgm:prSet presAssocID="{71B277A1-8640-4DAE-867B-7F08F57F4E72}" presName="dummyConnPt" presStyleCnt="0"/>
      <dgm:spPr/>
    </dgm:pt>
    <dgm:pt modelId="{C87D0106-E4EB-4208-91AC-744C2BA1BDB3}" type="pres">
      <dgm:prSet presAssocID="{71B277A1-8640-4DAE-867B-7F08F57F4E72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4219CF-7111-4856-B4F6-53DFBDD96FD6}" type="presOf" srcId="{7DF9C1A8-E670-4016-8334-E33814F294EC}" destId="{5D625BC0-2987-4B85-8FDE-F8D44B5A83DD}" srcOrd="0" destOrd="0" presId="urn:microsoft.com/office/officeart/2005/8/layout/bProcess4"/>
    <dgm:cxn modelId="{78BD47D9-6ABA-40AE-B6C4-35DB4C1163E5}" type="presOf" srcId="{5978A67E-6D91-4953-8EE2-327AC0C83A0C}" destId="{CB32DF4D-562D-449B-9781-92907FDC4B9A}" srcOrd="0" destOrd="0" presId="urn:microsoft.com/office/officeart/2005/8/layout/bProcess4"/>
    <dgm:cxn modelId="{9C08152C-2770-40BF-98B6-CA373BD7D556}" srcId="{AA09E37E-8936-4C6B-A9B1-DA61B80AAC4E}" destId="{2BCDFA89-219F-4A5E-B109-23A11BA12718}" srcOrd="2" destOrd="0" parTransId="{F0C55731-2ACC-41F9-9B94-A86604BB30F8}" sibTransId="{CB0881C9-EDBE-418E-B5F5-75C4595ACDB3}"/>
    <dgm:cxn modelId="{F884271D-E798-4939-92FA-636B33247EBA}" type="presOf" srcId="{472C7C10-37A3-4F45-AD98-CE76212D8052}" destId="{4B91BD9A-D905-4517-B8EC-0C46649A1D51}" srcOrd="0" destOrd="0" presId="urn:microsoft.com/office/officeart/2005/8/layout/bProcess4"/>
    <dgm:cxn modelId="{A2F94E4E-1BD2-425F-A716-3081756B6C2D}" srcId="{AA09E37E-8936-4C6B-A9B1-DA61B80AAC4E}" destId="{1DD885C3-84C1-485D-A114-CCA0C77ECC48}" srcOrd="0" destOrd="0" parTransId="{7F1679A3-DC25-457B-8B06-B27E44D49534}" sibTransId="{7DF9C1A8-E670-4016-8334-E33814F294EC}"/>
    <dgm:cxn modelId="{D6040D1A-9CD3-47F9-BAC9-24EEC6235744}" srcId="{AA09E37E-8936-4C6B-A9B1-DA61B80AAC4E}" destId="{FEA29AF3-0A55-4131-9CD4-15BC058DAA3A}" srcOrd="6" destOrd="0" parTransId="{8B0082DD-DBEA-42F0-9BA4-4C6C29B56960}" sibTransId="{66B56558-680F-4A42-B28A-E030FC01E0C9}"/>
    <dgm:cxn modelId="{BA3C6FFE-337B-406B-974D-F3FA21029C66}" type="presOf" srcId="{1DD885C3-84C1-485D-A114-CCA0C77ECC48}" destId="{EB38F408-0CC3-4566-850E-0BDC1B5E737C}" srcOrd="0" destOrd="0" presId="urn:microsoft.com/office/officeart/2005/8/layout/bProcess4"/>
    <dgm:cxn modelId="{C4FC32A0-AF92-4256-AFDB-03D6C70DF6E6}" type="presOf" srcId="{71B277A1-8640-4DAE-867B-7F08F57F4E72}" destId="{C87D0106-E4EB-4208-91AC-744C2BA1BDB3}" srcOrd="0" destOrd="0" presId="urn:microsoft.com/office/officeart/2005/8/layout/bProcess4"/>
    <dgm:cxn modelId="{BEE33B40-07EC-4BD5-89B7-BAD4F43F5950}" type="presOf" srcId="{4ACC23E0-8266-4A3F-8459-F3DFBFB000A3}" destId="{6E51B247-D207-45DD-8206-5F1855891B98}" srcOrd="0" destOrd="0" presId="urn:microsoft.com/office/officeart/2005/8/layout/bProcess4"/>
    <dgm:cxn modelId="{1FA1A20F-D65D-4D78-8B2D-4D5579A3A2CD}" type="presOf" srcId="{653C1612-EA19-4CFA-919A-9610194D3373}" destId="{99857318-3EEF-4497-AF97-3A7FF5EE1A02}" srcOrd="0" destOrd="0" presId="urn:microsoft.com/office/officeart/2005/8/layout/bProcess4"/>
    <dgm:cxn modelId="{135CF83C-1830-4CA7-B696-AA7A1986742F}" type="presOf" srcId="{FEA29AF3-0A55-4131-9CD4-15BC058DAA3A}" destId="{306A0656-CF7F-418B-B5D2-DAB6AE5294B6}" srcOrd="0" destOrd="0" presId="urn:microsoft.com/office/officeart/2005/8/layout/bProcess4"/>
    <dgm:cxn modelId="{2E94DB00-3D89-4408-B5CE-313A89485559}" type="presOf" srcId="{66B56558-680F-4A42-B28A-E030FC01E0C9}" destId="{FE86B248-67AD-4EBE-A15A-9EB912CD2CF6}" srcOrd="0" destOrd="0" presId="urn:microsoft.com/office/officeart/2005/8/layout/bProcess4"/>
    <dgm:cxn modelId="{B8BE50BF-8CF8-45D9-B38A-90C571B0E743}" type="presOf" srcId="{FF4418BA-6DED-448A-A91F-95CB9FE9E450}" destId="{533F8B90-8645-4AAD-BC99-35B1138EF108}" srcOrd="0" destOrd="0" presId="urn:microsoft.com/office/officeart/2005/8/layout/bProcess4"/>
    <dgm:cxn modelId="{1F4D8E87-9768-4ED3-ADDA-658A104A13BA}" srcId="{AA09E37E-8936-4C6B-A9B1-DA61B80AAC4E}" destId="{FF4418BA-6DED-448A-A91F-95CB9FE9E450}" srcOrd="4" destOrd="0" parTransId="{325D0A00-64E2-4288-89D3-D1358054E561}" sibTransId="{5ADE1BCC-C1B1-4997-82DA-75EF19F119EC}"/>
    <dgm:cxn modelId="{BD87527A-AC55-46E5-9652-6E72F2776E82}" type="presOf" srcId="{430F4A52-4B2D-4C46-8586-A82471E0DE9C}" destId="{BF64CB01-5C1D-4A22-B3DC-235ADA119918}" srcOrd="0" destOrd="0" presId="urn:microsoft.com/office/officeart/2005/8/layout/bProcess4"/>
    <dgm:cxn modelId="{BD2EEE07-B7D6-4190-AEC3-BD0BFCEA50F3}" type="presOf" srcId="{DE4164C5-38E3-4AD0-9D57-F585030BBBC0}" destId="{D51ADDBC-5E88-4F25-B5AD-CD543E4093A1}" srcOrd="0" destOrd="0" presId="urn:microsoft.com/office/officeart/2005/8/layout/bProcess4"/>
    <dgm:cxn modelId="{E58A512C-330A-4BA2-9BA2-B71EB2895208}" type="presOf" srcId="{CB0881C9-EDBE-418E-B5F5-75C4595ACDB3}" destId="{FB6F3507-2B5D-4104-BA8A-AA40D56C33D9}" srcOrd="0" destOrd="0" presId="urn:microsoft.com/office/officeart/2005/8/layout/bProcess4"/>
    <dgm:cxn modelId="{16898869-E3BC-4A13-8D99-08315C1CDFBB}" type="presOf" srcId="{8A9199C4-810E-4740-ABFE-D7C341584F74}" destId="{D840FB80-3048-4738-BDEC-0578F4F601E6}" srcOrd="0" destOrd="0" presId="urn:microsoft.com/office/officeart/2005/8/layout/bProcess4"/>
    <dgm:cxn modelId="{D5B2A8F0-1562-48A3-96D6-DB9186BEF7D9}" srcId="{AA09E37E-8936-4C6B-A9B1-DA61B80AAC4E}" destId="{CE52031C-2A00-4AF6-9304-FBB72A0E818A}" srcOrd="3" destOrd="0" parTransId="{0B790B5C-ED05-445A-B90B-1A3664E321CF}" sibTransId="{430F4A52-4B2D-4C46-8586-A82471E0DE9C}"/>
    <dgm:cxn modelId="{1227628B-32CC-4A7C-B0D9-9398683348C4}" type="presOf" srcId="{5ADE1BCC-C1B1-4997-82DA-75EF19F119EC}" destId="{5C282643-E730-4B1C-ACDA-3048AAB143D7}" srcOrd="0" destOrd="0" presId="urn:microsoft.com/office/officeart/2005/8/layout/bProcess4"/>
    <dgm:cxn modelId="{EE6990C3-5099-4BF6-8151-AFFA51F7ED80}" type="presOf" srcId="{CE52031C-2A00-4AF6-9304-FBB72A0E818A}" destId="{145A196A-BC13-49FF-99A7-C960B64CABBA}" srcOrd="0" destOrd="0" presId="urn:microsoft.com/office/officeart/2005/8/layout/bProcess4"/>
    <dgm:cxn modelId="{794B3461-5910-42C0-9160-64B181F55E06}" srcId="{AA09E37E-8936-4C6B-A9B1-DA61B80AAC4E}" destId="{71B277A1-8640-4DAE-867B-7F08F57F4E72}" srcOrd="8" destOrd="0" parTransId="{52B85314-1C1E-44B9-9EB9-D6F9392F49CC}" sibTransId="{2055A971-BAE2-4560-86F0-A432CBDB9E3B}"/>
    <dgm:cxn modelId="{F4071E07-C2B6-4D71-AD48-4E481328609A}" type="presOf" srcId="{AA09E37E-8936-4C6B-A9B1-DA61B80AAC4E}" destId="{A20BD4EF-39A7-44C1-B7D1-2AA1412DBA84}" srcOrd="0" destOrd="0" presId="urn:microsoft.com/office/officeart/2005/8/layout/bProcess4"/>
    <dgm:cxn modelId="{98DC3BC0-0283-42F4-8E7B-C665A0557B05}" type="presOf" srcId="{2BCDFA89-219F-4A5E-B109-23A11BA12718}" destId="{F69120EC-C21F-4E3E-B008-CFFE9EE19AAF}" srcOrd="0" destOrd="0" presId="urn:microsoft.com/office/officeart/2005/8/layout/bProcess4"/>
    <dgm:cxn modelId="{10277797-7694-42EA-937E-A1515EC6930A}" srcId="{AA09E37E-8936-4C6B-A9B1-DA61B80AAC4E}" destId="{DE4164C5-38E3-4AD0-9D57-F585030BBBC0}" srcOrd="7" destOrd="0" parTransId="{0540273C-0340-432E-99AA-5D00D856116F}" sibTransId="{4ACC23E0-8266-4A3F-8459-F3DFBFB000A3}"/>
    <dgm:cxn modelId="{992B429A-1229-4659-9332-7C5876E1EFA4}" srcId="{AA09E37E-8936-4C6B-A9B1-DA61B80AAC4E}" destId="{472C7C10-37A3-4F45-AD98-CE76212D8052}" srcOrd="1" destOrd="0" parTransId="{169C5715-3963-411A-A59E-19A52CF2A780}" sibTransId="{8A9199C4-810E-4740-ABFE-D7C341584F74}"/>
    <dgm:cxn modelId="{ED7C29A3-0F7D-4C19-BA86-0EB1DEB9F0D4}" srcId="{AA09E37E-8936-4C6B-A9B1-DA61B80AAC4E}" destId="{653C1612-EA19-4CFA-919A-9610194D3373}" srcOrd="5" destOrd="0" parTransId="{BBCB07D4-7614-40A4-BB81-6D8E122F9881}" sibTransId="{5978A67E-6D91-4953-8EE2-327AC0C83A0C}"/>
    <dgm:cxn modelId="{E8B2E970-D5DA-4B4A-B353-35ECDD782E22}" type="presParOf" srcId="{A20BD4EF-39A7-44C1-B7D1-2AA1412DBA84}" destId="{78508A2A-068C-4EEE-984E-33B3720174FB}" srcOrd="0" destOrd="0" presId="urn:microsoft.com/office/officeart/2005/8/layout/bProcess4"/>
    <dgm:cxn modelId="{E40964FD-F0F7-4ED2-BC6E-4028573C5CBD}" type="presParOf" srcId="{78508A2A-068C-4EEE-984E-33B3720174FB}" destId="{EB129A56-CFBA-412A-8AA9-5B717DD7BE5C}" srcOrd="0" destOrd="0" presId="urn:microsoft.com/office/officeart/2005/8/layout/bProcess4"/>
    <dgm:cxn modelId="{FE16F5AC-453B-4CA9-8B41-E0BFAB377D68}" type="presParOf" srcId="{78508A2A-068C-4EEE-984E-33B3720174FB}" destId="{EB38F408-0CC3-4566-850E-0BDC1B5E737C}" srcOrd="1" destOrd="0" presId="urn:microsoft.com/office/officeart/2005/8/layout/bProcess4"/>
    <dgm:cxn modelId="{71F79067-63D2-41AE-BD97-70AE7FAFA358}" type="presParOf" srcId="{A20BD4EF-39A7-44C1-B7D1-2AA1412DBA84}" destId="{5D625BC0-2987-4B85-8FDE-F8D44B5A83DD}" srcOrd="1" destOrd="0" presId="urn:microsoft.com/office/officeart/2005/8/layout/bProcess4"/>
    <dgm:cxn modelId="{722D5A7F-23C9-42DE-A3F4-C13415C09818}" type="presParOf" srcId="{A20BD4EF-39A7-44C1-B7D1-2AA1412DBA84}" destId="{3D30BB6F-5C35-4874-8C3E-894CDB66FF97}" srcOrd="2" destOrd="0" presId="urn:microsoft.com/office/officeart/2005/8/layout/bProcess4"/>
    <dgm:cxn modelId="{F3CE62B8-E301-445E-A4E4-D8D40F6CF37F}" type="presParOf" srcId="{3D30BB6F-5C35-4874-8C3E-894CDB66FF97}" destId="{69ED7691-567C-41A1-B6E5-F9CCB35164E8}" srcOrd="0" destOrd="0" presId="urn:microsoft.com/office/officeart/2005/8/layout/bProcess4"/>
    <dgm:cxn modelId="{23C9DFD2-1F9A-4046-8660-6CBC8A900375}" type="presParOf" srcId="{3D30BB6F-5C35-4874-8C3E-894CDB66FF97}" destId="{4B91BD9A-D905-4517-B8EC-0C46649A1D51}" srcOrd="1" destOrd="0" presId="urn:microsoft.com/office/officeart/2005/8/layout/bProcess4"/>
    <dgm:cxn modelId="{C5205D54-AF02-4EBF-9B8A-C49F883B2358}" type="presParOf" srcId="{A20BD4EF-39A7-44C1-B7D1-2AA1412DBA84}" destId="{D840FB80-3048-4738-BDEC-0578F4F601E6}" srcOrd="3" destOrd="0" presId="urn:microsoft.com/office/officeart/2005/8/layout/bProcess4"/>
    <dgm:cxn modelId="{906776C2-59BB-4AE8-8CD9-12238EA893D5}" type="presParOf" srcId="{A20BD4EF-39A7-44C1-B7D1-2AA1412DBA84}" destId="{3B118E8A-1711-4D3F-AA61-D0AA8CCE42B9}" srcOrd="4" destOrd="0" presId="urn:microsoft.com/office/officeart/2005/8/layout/bProcess4"/>
    <dgm:cxn modelId="{D84554C6-69A4-4EF5-83EE-DA586C1FD89D}" type="presParOf" srcId="{3B118E8A-1711-4D3F-AA61-D0AA8CCE42B9}" destId="{7CE7BB8B-E8B2-435D-8BFD-E0AF3B7C86F2}" srcOrd="0" destOrd="0" presId="urn:microsoft.com/office/officeart/2005/8/layout/bProcess4"/>
    <dgm:cxn modelId="{FBF0ABF7-688C-427E-B698-6C1A108CB790}" type="presParOf" srcId="{3B118E8A-1711-4D3F-AA61-D0AA8CCE42B9}" destId="{F69120EC-C21F-4E3E-B008-CFFE9EE19AAF}" srcOrd="1" destOrd="0" presId="urn:microsoft.com/office/officeart/2005/8/layout/bProcess4"/>
    <dgm:cxn modelId="{5E3A1C61-69A5-4D5E-9B80-2681A4D76C49}" type="presParOf" srcId="{A20BD4EF-39A7-44C1-B7D1-2AA1412DBA84}" destId="{FB6F3507-2B5D-4104-BA8A-AA40D56C33D9}" srcOrd="5" destOrd="0" presId="urn:microsoft.com/office/officeart/2005/8/layout/bProcess4"/>
    <dgm:cxn modelId="{AA78D007-7AF5-4E33-8A88-A90B975FF3FD}" type="presParOf" srcId="{A20BD4EF-39A7-44C1-B7D1-2AA1412DBA84}" destId="{191C095A-8C88-4E44-8538-BAEE247C4986}" srcOrd="6" destOrd="0" presId="urn:microsoft.com/office/officeart/2005/8/layout/bProcess4"/>
    <dgm:cxn modelId="{29B4FD30-B234-4E99-9FDF-EC7941CEFCA1}" type="presParOf" srcId="{191C095A-8C88-4E44-8538-BAEE247C4986}" destId="{103A9909-6FC6-45C5-82F1-311F5FC85728}" srcOrd="0" destOrd="0" presId="urn:microsoft.com/office/officeart/2005/8/layout/bProcess4"/>
    <dgm:cxn modelId="{F125720E-CDA2-4E5A-B541-BEC821337E19}" type="presParOf" srcId="{191C095A-8C88-4E44-8538-BAEE247C4986}" destId="{145A196A-BC13-49FF-99A7-C960B64CABBA}" srcOrd="1" destOrd="0" presId="urn:microsoft.com/office/officeart/2005/8/layout/bProcess4"/>
    <dgm:cxn modelId="{2E62AFF2-2443-4FBB-8B7A-179E6EF4FE43}" type="presParOf" srcId="{A20BD4EF-39A7-44C1-B7D1-2AA1412DBA84}" destId="{BF64CB01-5C1D-4A22-B3DC-235ADA119918}" srcOrd="7" destOrd="0" presId="urn:microsoft.com/office/officeart/2005/8/layout/bProcess4"/>
    <dgm:cxn modelId="{F839066F-4A83-4A30-A4B8-CB95736EEB16}" type="presParOf" srcId="{A20BD4EF-39A7-44C1-B7D1-2AA1412DBA84}" destId="{26773869-2F0F-4EED-96CF-F98D426A2B76}" srcOrd="8" destOrd="0" presId="urn:microsoft.com/office/officeart/2005/8/layout/bProcess4"/>
    <dgm:cxn modelId="{4DA59336-CDD6-4676-BABB-E9EDFB1E772B}" type="presParOf" srcId="{26773869-2F0F-4EED-96CF-F98D426A2B76}" destId="{D9AF9CCD-9BA5-4ADB-8CBF-4D110F6E8EC7}" srcOrd="0" destOrd="0" presId="urn:microsoft.com/office/officeart/2005/8/layout/bProcess4"/>
    <dgm:cxn modelId="{999DCF64-6AA5-4115-8781-D4F138DEA396}" type="presParOf" srcId="{26773869-2F0F-4EED-96CF-F98D426A2B76}" destId="{533F8B90-8645-4AAD-BC99-35B1138EF108}" srcOrd="1" destOrd="0" presId="urn:microsoft.com/office/officeart/2005/8/layout/bProcess4"/>
    <dgm:cxn modelId="{32FE46F4-27EB-4155-B93C-742C7487A143}" type="presParOf" srcId="{A20BD4EF-39A7-44C1-B7D1-2AA1412DBA84}" destId="{5C282643-E730-4B1C-ACDA-3048AAB143D7}" srcOrd="9" destOrd="0" presId="urn:microsoft.com/office/officeart/2005/8/layout/bProcess4"/>
    <dgm:cxn modelId="{6AAA9C00-C03F-44D7-9B73-3C3D1946485B}" type="presParOf" srcId="{A20BD4EF-39A7-44C1-B7D1-2AA1412DBA84}" destId="{B3E9582F-D604-4396-9EFA-7547C58CFEE4}" srcOrd="10" destOrd="0" presId="urn:microsoft.com/office/officeart/2005/8/layout/bProcess4"/>
    <dgm:cxn modelId="{BB3F0CF9-50FA-4FFC-AA10-5B93481F923C}" type="presParOf" srcId="{B3E9582F-D604-4396-9EFA-7547C58CFEE4}" destId="{22FC78E6-6324-4131-A2AC-89413ABB7AEB}" srcOrd="0" destOrd="0" presId="urn:microsoft.com/office/officeart/2005/8/layout/bProcess4"/>
    <dgm:cxn modelId="{150E2812-A98E-4EDB-8B71-DEF116733B0B}" type="presParOf" srcId="{B3E9582F-D604-4396-9EFA-7547C58CFEE4}" destId="{99857318-3EEF-4497-AF97-3A7FF5EE1A02}" srcOrd="1" destOrd="0" presId="urn:microsoft.com/office/officeart/2005/8/layout/bProcess4"/>
    <dgm:cxn modelId="{7F94CE36-7FE0-4C55-85EA-67592BB30FD2}" type="presParOf" srcId="{A20BD4EF-39A7-44C1-B7D1-2AA1412DBA84}" destId="{CB32DF4D-562D-449B-9781-92907FDC4B9A}" srcOrd="11" destOrd="0" presId="urn:microsoft.com/office/officeart/2005/8/layout/bProcess4"/>
    <dgm:cxn modelId="{9B9C3FBD-1D53-4A7D-9DB6-F83E3D3340D6}" type="presParOf" srcId="{A20BD4EF-39A7-44C1-B7D1-2AA1412DBA84}" destId="{55BDA1AB-991B-4AAD-8DC0-703E6A95FF7B}" srcOrd="12" destOrd="0" presId="urn:microsoft.com/office/officeart/2005/8/layout/bProcess4"/>
    <dgm:cxn modelId="{EA36316C-872A-4422-A520-C578C416E1E7}" type="presParOf" srcId="{55BDA1AB-991B-4AAD-8DC0-703E6A95FF7B}" destId="{CB0000E1-EF18-47A9-A5F8-8388D10751FE}" srcOrd="0" destOrd="0" presId="urn:microsoft.com/office/officeart/2005/8/layout/bProcess4"/>
    <dgm:cxn modelId="{1C2FDC73-AFF3-4C61-82B1-E0D1295D8484}" type="presParOf" srcId="{55BDA1AB-991B-4AAD-8DC0-703E6A95FF7B}" destId="{306A0656-CF7F-418B-B5D2-DAB6AE5294B6}" srcOrd="1" destOrd="0" presId="urn:microsoft.com/office/officeart/2005/8/layout/bProcess4"/>
    <dgm:cxn modelId="{227CF5A7-B26C-498A-92BD-506360140BA9}" type="presParOf" srcId="{A20BD4EF-39A7-44C1-B7D1-2AA1412DBA84}" destId="{FE86B248-67AD-4EBE-A15A-9EB912CD2CF6}" srcOrd="13" destOrd="0" presId="urn:microsoft.com/office/officeart/2005/8/layout/bProcess4"/>
    <dgm:cxn modelId="{1ACC0522-A2BC-4EF3-A830-10DAD4F851A2}" type="presParOf" srcId="{A20BD4EF-39A7-44C1-B7D1-2AA1412DBA84}" destId="{694BFCCD-43B5-4E15-A9C6-F7154DF51A82}" srcOrd="14" destOrd="0" presId="urn:microsoft.com/office/officeart/2005/8/layout/bProcess4"/>
    <dgm:cxn modelId="{DE0F4820-36D0-4932-A8E5-8E02D76D1838}" type="presParOf" srcId="{694BFCCD-43B5-4E15-A9C6-F7154DF51A82}" destId="{F0D11C1D-B59E-4DD4-96E5-AB261341FBF8}" srcOrd="0" destOrd="0" presId="urn:microsoft.com/office/officeart/2005/8/layout/bProcess4"/>
    <dgm:cxn modelId="{8ED3D7B2-25B0-426F-9FCA-443D9890FEB5}" type="presParOf" srcId="{694BFCCD-43B5-4E15-A9C6-F7154DF51A82}" destId="{D51ADDBC-5E88-4F25-B5AD-CD543E4093A1}" srcOrd="1" destOrd="0" presId="urn:microsoft.com/office/officeart/2005/8/layout/bProcess4"/>
    <dgm:cxn modelId="{1F583A09-C18F-493F-82E9-CC1B81C48FF2}" type="presParOf" srcId="{A20BD4EF-39A7-44C1-B7D1-2AA1412DBA84}" destId="{6E51B247-D207-45DD-8206-5F1855891B98}" srcOrd="15" destOrd="0" presId="urn:microsoft.com/office/officeart/2005/8/layout/bProcess4"/>
    <dgm:cxn modelId="{7307E2A1-7BB8-4B14-889F-ED8EBCC48AEF}" type="presParOf" srcId="{A20BD4EF-39A7-44C1-B7D1-2AA1412DBA84}" destId="{078DA099-C219-4540-8F4B-2600FD17C5AE}" srcOrd="16" destOrd="0" presId="urn:microsoft.com/office/officeart/2005/8/layout/bProcess4"/>
    <dgm:cxn modelId="{2FDD37A7-7D79-47E5-A77A-9228885B030E}" type="presParOf" srcId="{078DA099-C219-4540-8F4B-2600FD17C5AE}" destId="{F7DF3906-1441-4D82-8C03-15F17E49BCE4}" srcOrd="0" destOrd="0" presId="urn:microsoft.com/office/officeart/2005/8/layout/bProcess4"/>
    <dgm:cxn modelId="{87E508C5-D597-4327-9FB1-783C4C3E1A9D}" type="presParOf" srcId="{078DA099-C219-4540-8F4B-2600FD17C5AE}" destId="{C87D0106-E4EB-4208-91AC-744C2BA1BDB3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D905A1-F2F3-481D-8F7D-A015522E482A}" type="doc">
      <dgm:prSet loTypeId="urn:microsoft.com/office/officeart/2005/8/layout/orgChart1" loCatId="hierarchy" qsTypeId="urn:microsoft.com/office/officeart/2005/8/quickstyle/3d2" qsCatId="3D" csTypeId="urn:microsoft.com/office/officeart/2005/8/colors/colorful3" csCatId="colorful"/>
      <dgm:spPr/>
      <dgm:t>
        <a:bodyPr/>
        <a:lstStyle/>
        <a:p>
          <a:endParaRPr lang="en-AU"/>
        </a:p>
      </dgm:t>
    </dgm:pt>
    <dgm:pt modelId="{E510B2C9-817A-4770-83FE-AD9953D36157}">
      <dgm:prSet/>
      <dgm:spPr/>
      <dgm:t>
        <a:bodyPr/>
        <a:lstStyle/>
        <a:p>
          <a:r>
            <a:rPr lang="en-US" b="1" dirty="0"/>
            <a:t>Responsible Mobile Use</a:t>
          </a:r>
          <a:endParaRPr lang="en-AU" dirty="0"/>
        </a:p>
      </dgm:t>
    </dgm:pt>
    <dgm:pt modelId="{E8699882-08E2-4531-8420-BBF013211F09}" type="parTrans" cxnId="{2818F43E-B307-4E1F-B6C1-8CBF08D62308}">
      <dgm:prSet/>
      <dgm:spPr/>
      <dgm:t>
        <a:bodyPr/>
        <a:lstStyle/>
        <a:p>
          <a:endParaRPr lang="en-AU"/>
        </a:p>
      </dgm:t>
    </dgm:pt>
    <dgm:pt modelId="{C20DABDB-E1EA-4391-B419-DDB524581839}" type="sibTrans" cxnId="{2818F43E-B307-4E1F-B6C1-8CBF08D62308}">
      <dgm:prSet/>
      <dgm:spPr/>
      <dgm:t>
        <a:bodyPr/>
        <a:lstStyle/>
        <a:p>
          <a:endParaRPr lang="en-AU"/>
        </a:p>
      </dgm:t>
    </dgm:pt>
    <dgm:pt modelId="{6465019C-F150-428E-9F3F-A2C4D61EC1A5}">
      <dgm:prSet/>
      <dgm:spPr/>
      <dgm:t>
        <a:bodyPr/>
        <a:lstStyle/>
        <a:p>
          <a:r>
            <a:rPr lang="en-US" dirty="0"/>
            <a:t>Set boundaries:</a:t>
          </a:r>
          <a:endParaRPr lang="en-AU" dirty="0"/>
        </a:p>
      </dgm:t>
    </dgm:pt>
    <dgm:pt modelId="{EC69E08D-530E-43D3-90AE-2F0C68F2176D}" type="parTrans" cxnId="{B7E12012-64F7-487D-9805-FC6C890C69C1}">
      <dgm:prSet/>
      <dgm:spPr/>
      <dgm:t>
        <a:bodyPr/>
        <a:lstStyle/>
        <a:p>
          <a:endParaRPr lang="en-AU"/>
        </a:p>
      </dgm:t>
    </dgm:pt>
    <dgm:pt modelId="{F1FB1F3F-1ED2-423F-B51B-416948EFA947}" type="sibTrans" cxnId="{B7E12012-64F7-487D-9805-FC6C890C69C1}">
      <dgm:prSet/>
      <dgm:spPr/>
      <dgm:t>
        <a:bodyPr/>
        <a:lstStyle/>
        <a:p>
          <a:endParaRPr lang="en-AU"/>
        </a:p>
      </dgm:t>
    </dgm:pt>
    <dgm:pt modelId="{041B4770-9E5B-4EB5-BED9-F21F09BF16FB}">
      <dgm:prSet/>
      <dgm:spPr/>
      <dgm:t>
        <a:bodyPr/>
        <a:lstStyle/>
        <a:p>
          <a:r>
            <a:rPr lang="en-US"/>
            <a:t>Limit screen time</a:t>
          </a:r>
          <a:endParaRPr lang="en-AU"/>
        </a:p>
      </dgm:t>
    </dgm:pt>
    <dgm:pt modelId="{50D5B746-45EB-4F0B-B97E-FE7607D696C0}" type="parTrans" cxnId="{2E77E934-3DA0-4166-B640-6ED1421EED74}">
      <dgm:prSet/>
      <dgm:spPr/>
      <dgm:t>
        <a:bodyPr/>
        <a:lstStyle/>
        <a:p>
          <a:endParaRPr lang="en-AU"/>
        </a:p>
      </dgm:t>
    </dgm:pt>
    <dgm:pt modelId="{84647E84-CB69-4CE1-80F0-E32DF104FA51}" type="sibTrans" cxnId="{2E77E934-3DA0-4166-B640-6ED1421EED74}">
      <dgm:prSet/>
      <dgm:spPr/>
      <dgm:t>
        <a:bodyPr/>
        <a:lstStyle/>
        <a:p>
          <a:endParaRPr lang="en-AU"/>
        </a:p>
      </dgm:t>
    </dgm:pt>
    <dgm:pt modelId="{43374D31-9B52-4454-A4D1-003AA36447A1}">
      <dgm:prSet/>
      <dgm:spPr/>
      <dgm:t>
        <a:bodyPr/>
        <a:lstStyle/>
        <a:p>
          <a:r>
            <a:rPr lang="en-US"/>
            <a:t>Avoid negative online spaces</a:t>
          </a:r>
          <a:endParaRPr lang="en-AU"/>
        </a:p>
      </dgm:t>
    </dgm:pt>
    <dgm:pt modelId="{894EF91C-8279-495A-B218-EC2A136FA5C1}" type="parTrans" cxnId="{8865C419-683F-45A4-86DA-49E8CBD40E53}">
      <dgm:prSet/>
      <dgm:spPr/>
      <dgm:t>
        <a:bodyPr/>
        <a:lstStyle/>
        <a:p>
          <a:endParaRPr lang="en-AU"/>
        </a:p>
      </dgm:t>
    </dgm:pt>
    <dgm:pt modelId="{7E4162A2-7B1D-426A-9939-AFFAB5431F59}" type="sibTrans" cxnId="{8865C419-683F-45A4-86DA-49E8CBD40E53}">
      <dgm:prSet/>
      <dgm:spPr/>
      <dgm:t>
        <a:bodyPr/>
        <a:lstStyle/>
        <a:p>
          <a:endParaRPr lang="en-AU"/>
        </a:p>
      </dgm:t>
    </dgm:pt>
    <dgm:pt modelId="{4DB69015-F1EE-4824-83CC-6161E6927A08}">
      <dgm:prSet/>
      <dgm:spPr/>
      <dgm:t>
        <a:bodyPr/>
        <a:lstStyle/>
        <a:p>
          <a:r>
            <a:rPr lang="en-US"/>
            <a:t>Focus on real-life relationships</a:t>
          </a:r>
          <a:endParaRPr lang="en-AU"/>
        </a:p>
      </dgm:t>
    </dgm:pt>
    <dgm:pt modelId="{D6AD22CB-313E-4759-BDDB-5C6DDFAAEAF6}" type="parTrans" cxnId="{3FA73557-3B05-488B-A6A6-597E0CF2F084}">
      <dgm:prSet/>
      <dgm:spPr/>
      <dgm:t>
        <a:bodyPr/>
        <a:lstStyle/>
        <a:p>
          <a:endParaRPr lang="en-AU"/>
        </a:p>
      </dgm:t>
    </dgm:pt>
    <dgm:pt modelId="{9A6DFE53-512E-4ABE-A385-7FD7F5E2F34B}" type="sibTrans" cxnId="{3FA73557-3B05-488B-A6A6-597E0CF2F084}">
      <dgm:prSet/>
      <dgm:spPr/>
      <dgm:t>
        <a:bodyPr/>
        <a:lstStyle/>
        <a:p>
          <a:endParaRPr lang="en-AU"/>
        </a:p>
      </dgm:t>
    </dgm:pt>
    <dgm:pt modelId="{4B4A5584-B1C0-4475-BA75-84B0A693B5A3}">
      <dgm:prSet/>
      <dgm:spPr/>
      <dgm:t>
        <a:bodyPr/>
        <a:lstStyle/>
        <a:p>
          <a:r>
            <a:rPr lang="en-US"/>
            <a:t>Parents and schools should guide responsible phone use</a:t>
          </a:r>
          <a:endParaRPr lang="en-AU"/>
        </a:p>
      </dgm:t>
    </dgm:pt>
    <dgm:pt modelId="{F4685193-281F-41C1-8850-AA7B243C489B}" type="parTrans" cxnId="{88E39CBE-9E2B-40B9-8F2E-6E53D420C668}">
      <dgm:prSet/>
      <dgm:spPr/>
      <dgm:t>
        <a:bodyPr/>
        <a:lstStyle/>
        <a:p>
          <a:endParaRPr lang="en-AU"/>
        </a:p>
      </dgm:t>
    </dgm:pt>
    <dgm:pt modelId="{25A7CFB2-C403-4389-BEC4-7225EF814EDB}" type="sibTrans" cxnId="{88E39CBE-9E2B-40B9-8F2E-6E53D420C668}">
      <dgm:prSet/>
      <dgm:spPr/>
      <dgm:t>
        <a:bodyPr/>
        <a:lstStyle/>
        <a:p>
          <a:endParaRPr lang="en-AU"/>
        </a:p>
      </dgm:t>
    </dgm:pt>
    <dgm:pt modelId="{61E0CDA5-BC41-4E96-A1E3-F6B60DB68D14}" type="pres">
      <dgm:prSet presAssocID="{B3D905A1-F2F3-481D-8F7D-A015522E482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F33CB8E-AB55-4AFF-8BED-462936F6349F}" type="pres">
      <dgm:prSet presAssocID="{E510B2C9-817A-4770-83FE-AD9953D36157}" presName="hierRoot1" presStyleCnt="0">
        <dgm:presLayoutVars>
          <dgm:hierBranch val="init"/>
        </dgm:presLayoutVars>
      </dgm:prSet>
      <dgm:spPr/>
    </dgm:pt>
    <dgm:pt modelId="{5C7B2E22-A77F-47A1-82A7-97CB297F4028}" type="pres">
      <dgm:prSet presAssocID="{E510B2C9-817A-4770-83FE-AD9953D36157}" presName="rootComposite1" presStyleCnt="0"/>
      <dgm:spPr/>
    </dgm:pt>
    <dgm:pt modelId="{AA1EA778-8536-403B-A02A-EBDD1F8D6DB2}" type="pres">
      <dgm:prSet presAssocID="{E510B2C9-817A-4770-83FE-AD9953D36157}" presName="rootText1" presStyleLbl="node0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06E2AD4-373F-4F6A-B96A-21E3C678D4CA}" type="pres">
      <dgm:prSet presAssocID="{E510B2C9-817A-4770-83FE-AD9953D3615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84B2273-AA70-44AE-9E54-48BA94DCA511}" type="pres">
      <dgm:prSet presAssocID="{E510B2C9-817A-4770-83FE-AD9953D36157}" presName="hierChild2" presStyleCnt="0"/>
      <dgm:spPr/>
    </dgm:pt>
    <dgm:pt modelId="{5BA2B88E-8C1B-4333-9816-47982C78654C}" type="pres">
      <dgm:prSet presAssocID="{E510B2C9-817A-4770-83FE-AD9953D36157}" presName="hierChild3" presStyleCnt="0"/>
      <dgm:spPr/>
    </dgm:pt>
    <dgm:pt modelId="{FDA61820-8D63-4A4B-896A-33032444DE7E}" type="pres">
      <dgm:prSet presAssocID="{6465019C-F150-428E-9F3F-A2C4D61EC1A5}" presName="hierRoot1" presStyleCnt="0">
        <dgm:presLayoutVars>
          <dgm:hierBranch val="init"/>
        </dgm:presLayoutVars>
      </dgm:prSet>
      <dgm:spPr/>
    </dgm:pt>
    <dgm:pt modelId="{5A01778A-4BBE-4DDB-A80A-22BA2EE6F582}" type="pres">
      <dgm:prSet presAssocID="{6465019C-F150-428E-9F3F-A2C4D61EC1A5}" presName="rootComposite1" presStyleCnt="0"/>
      <dgm:spPr/>
    </dgm:pt>
    <dgm:pt modelId="{ECB8037F-6692-4CE6-8DE1-F8D51F2F12A3}" type="pres">
      <dgm:prSet presAssocID="{6465019C-F150-428E-9F3F-A2C4D61EC1A5}" presName="rootText1" presStyleLbl="node0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FE0754-5D69-4534-9B2A-40246135456B}" type="pres">
      <dgm:prSet presAssocID="{6465019C-F150-428E-9F3F-A2C4D61EC1A5}" presName="rootConnector1" presStyleLbl="node1" presStyleIdx="0" presStyleCnt="0"/>
      <dgm:spPr/>
      <dgm:t>
        <a:bodyPr/>
        <a:lstStyle/>
        <a:p>
          <a:endParaRPr lang="en-US"/>
        </a:p>
      </dgm:t>
    </dgm:pt>
    <dgm:pt modelId="{4CEC5928-4C6B-4513-9291-1F5A43334029}" type="pres">
      <dgm:prSet presAssocID="{6465019C-F150-428E-9F3F-A2C4D61EC1A5}" presName="hierChild2" presStyleCnt="0"/>
      <dgm:spPr/>
    </dgm:pt>
    <dgm:pt modelId="{ABE7FB1D-9B0D-4ADD-8385-95A73B5ECEAF}" type="pres">
      <dgm:prSet presAssocID="{50D5B746-45EB-4F0B-B97E-FE7607D696C0}" presName="Name37" presStyleLbl="parChTrans1D2" presStyleIdx="0" presStyleCnt="3"/>
      <dgm:spPr/>
      <dgm:t>
        <a:bodyPr/>
        <a:lstStyle/>
        <a:p>
          <a:endParaRPr lang="en-US"/>
        </a:p>
      </dgm:t>
    </dgm:pt>
    <dgm:pt modelId="{707BBB7D-759B-41E0-84E2-5416B68A28E8}" type="pres">
      <dgm:prSet presAssocID="{041B4770-9E5B-4EB5-BED9-F21F09BF16FB}" presName="hierRoot2" presStyleCnt="0">
        <dgm:presLayoutVars>
          <dgm:hierBranch val="init"/>
        </dgm:presLayoutVars>
      </dgm:prSet>
      <dgm:spPr/>
    </dgm:pt>
    <dgm:pt modelId="{5787EDA6-19D2-4D0A-B929-4F4D726EC8F7}" type="pres">
      <dgm:prSet presAssocID="{041B4770-9E5B-4EB5-BED9-F21F09BF16FB}" presName="rootComposite" presStyleCnt="0"/>
      <dgm:spPr/>
    </dgm:pt>
    <dgm:pt modelId="{892DCB21-2D50-49CD-BFFE-5589BEDC0449}" type="pres">
      <dgm:prSet presAssocID="{041B4770-9E5B-4EB5-BED9-F21F09BF16FB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77BBE3-9AE4-40B9-B4BA-D18D0898E6C3}" type="pres">
      <dgm:prSet presAssocID="{041B4770-9E5B-4EB5-BED9-F21F09BF16FB}" presName="rootConnector" presStyleLbl="node2" presStyleIdx="0" presStyleCnt="3"/>
      <dgm:spPr/>
      <dgm:t>
        <a:bodyPr/>
        <a:lstStyle/>
        <a:p>
          <a:endParaRPr lang="en-US"/>
        </a:p>
      </dgm:t>
    </dgm:pt>
    <dgm:pt modelId="{123E2ED8-17C3-4F59-BBD1-6A6C54380503}" type="pres">
      <dgm:prSet presAssocID="{041B4770-9E5B-4EB5-BED9-F21F09BF16FB}" presName="hierChild4" presStyleCnt="0"/>
      <dgm:spPr/>
    </dgm:pt>
    <dgm:pt modelId="{B09AF7A5-B0C0-404A-A915-3B5CF0586057}" type="pres">
      <dgm:prSet presAssocID="{041B4770-9E5B-4EB5-BED9-F21F09BF16FB}" presName="hierChild5" presStyleCnt="0"/>
      <dgm:spPr/>
    </dgm:pt>
    <dgm:pt modelId="{5F661931-9C0E-4F9C-A4F1-0B2F7B338188}" type="pres">
      <dgm:prSet presAssocID="{894EF91C-8279-495A-B218-EC2A136FA5C1}" presName="Name37" presStyleLbl="parChTrans1D2" presStyleIdx="1" presStyleCnt="3"/>
      <dgm:spPr/>
      <dgm:t>
        <a:bodyPr/>
        <a:lstStyle/>
        <a:p>
          <a:endParaRPr lang="en-US"/>
        </a:p>
      </dgm:t>
    </dgm:pt>
    <dgm:pt modelId="{8B96B875-3F34-4134-92BA-1D82C8629404}" type="pres">
      <dgm:prSet presAssocID="{43374D31-9B52-4454-A4D1-003AA36447A1}" presName="hierRoot2" presStyleCnt="0">
        <dgm:presLayoutVars>
          <dgm:hierBranch val="init"/>
        </dgm:presLayoutVars>
      </dgm:prSet>
      <dgm:spPr/>
    </dgm:pt>
    <dgm:pt modelId="{A42F61A6-614A-428F-919C-9D64D3521136}" type="pres">
      <dgm:prSet presAssocID="{43374D31-9B52-4454-A4D1-003AA36447A1}" presName="rootComposite" presStyleCnt="0"/>
      <dgm:spPr/>
    </dgm:pt>
    <dgm:pt modelId="{B5B5BBA1-771F-479E-A496-50F616E402CB}" type="pres">
      <dgm:prSet presAssocID="{43374D31-9B52-4454-A4D1-003AA36447A1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89B69E-8E90-48DF-BDB7-0578A9411DD1}" type="pres">
      <dgm:prSet presAssocID="{43374D31-9B52-4454-A4D1-003AA36447A1}" presName="rootConnector" presStyleLbl="node2" presStyleIdx="1" presStyleCnt="3"/>
      <dgm:spPr/>
      <dgm:t>
        <a:bodyPr/>
        <a:lstStyle/>
        <a:p>
          <a:endParaRPr lang="en-US"/>
        </a:p>
      </dgm:t>
    </dgm:pt>
    <dgm:pt modelId="{4AD9AD40-0A2E-4A66-B18F-4E99A4EBED92}" type="pres">
      <dgm:prSet presAssocID="{43374D31-9B52-4454-A4D1-003AA36447A1}" presName="hierChild4" presStyleCnt="0"/>
      <dgm:spPr/>
    </dgm:pt>
    <dgm:pt modelId="{BA28AE69-043B-4CC3-86AC-FF44FE0572B0}" type="pres">
      <dgm:prSet presAssocID="{43374D31-9B52-4454-A4D1-003AA36447A1}" presName="hierChild5" presStyleCnt="0"/>
      <dgm:spPr/>
    </dgm:pt>
    <dgm:pt modelId="{D6581F0F-AE4E-4354-80E0-C0774483FD4C}" type="pres">
      <dgm:prSet presAssocID="{D6AD22CB-313E-4759-BDDB-5C6DDFAAEAF6}" presName="Name37" presStyleLbl="parChTrans1D2" presStyleIdx="2" presStyleCnt="3"/>
      <dgm:spPr/>
      <dgm:t>
        <a:bodyPr/>
        <a:lstStyle/>
        <a:p>
          <a:endParaRPr lang="en-US"/>
        </a:p>
      </dgm:t>
    </dgm:pt>
    <dgm:pt modelId="{1154D104-FE94-4A80-9656-B9EF38603DCE}" type="pres">
      <dgm:prSet presAssocID="{4DB69015-F1EE-4824-83CC-6161E6927A08}" presName="hierRoot2" presStyleCnt="0">
        <dgm:presLayoutVars>
          <dgm:hierBranch val="init"/>
        </dgm:presLayoutVars>
      </dgm:prSet>
      <dgm:spPr/>
    </dgm:pt>
    <dgm:pt modelId="{C00CA4D2-7129-419B-9DAB-B383737DAAE7}" type="pres">
      <dgm:prSet presAssocID="{4DB69015-F1EE-4824-83CC-6161E6927A08}" presName="rootComposite" presStyleCnt="0"/>
      <dgm:spPr/>
    </dgm:pt>
    <dgm:pt modelId="{AEB65555-DE22-41CE-9683-1DE073795596}" type="pres">
      <dgm:prSet presAssocID="{4DB69015-F1EE-4824-83CC-6161E6927A08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719C864-183F-4D50-B2EA-AC353F3C63AA}" type="pres">
      <dgm:prSet presAssocID="{4DB69015-F1EE-4824-83CC-6161E6927A08}" presName="rootConnector" presStyleLbl="node2" presStyleIdx="2" presStyleCnt="3"/>
      <dgm:spPr/>
      <dgm:t>
        <a:bodyPr/>
        <a:lstStyle/>
        <a:p>
          <a:endParaRPr lang="en-US"/>
        </a:p>
      </dgm:t>
    </dgm:pt>
    <dgm:pt modelId="{945AAC37-3CCD-4287-96BE-12714530C1B3}" type="pres">
      <dgm:prSet presAssocID="{4DB69015-F1EE-4824-83CC-6161E6927A08}" presName="hierChild4" presStyleCnt="0"/>
      <dgm:spPr/>
    </dgm:pt>
    <dgm:pt modelId="{2290AB26-0487-4304-AE70-916134272354}" type="pres">
      <dgm:prSet presAssocID="{4DB69015-F1EE-4824-83CC-6161E6927A08}" presName="hierChild5" presStyleCnt="0"/>
      <dgm:spPr/>
    </dgm:pt>
    <dgm:pt modelId="{7376BDCD-F1E5-45D9-BA1B-31875C780AC8}" type="pres">
      <dgm:prSet presAssocID="{6465019C-F150-428E-9F3F-A2C4D61EC1A5}" presName="hierChild3" presStyleCnt="0"/>
      <dgm:spPr/>
    </dgm:pt>
    <dgm:pt modelId="{C37998DA-AD5F-4879-9C35-FF35352CAF9E}" type="pres">
      <dgm:prSet presAssocID="{4B4A5584-B1C0-4475-BA75-84B0A693B5A3}" presName="hierRoot1" presStyleCnt="0">
        <dgm:presLayoutVars>
          <dgm:hierBranch val="init"/>
        </dgm:presLayoutVars>
      </dgm:prSet>
      <dgm:spPr/>
    </dgm:pt>
    <dgm:pt modelId="{82EC9A9E-4B25-4D1F-B352-420E1E9D47CA}" type="pres">
      <dgm:prSet presAssocID="{4B4A5584-B1C0-4475-BA75-84B0A693B5A3}" presName="rootComposite1" presStyleCnt="0"/>
      <dgm:spPr/>
    </dgm:pt>
    <dgm:pt modelId="{DB794F43-AC83-4341-AC74-86785994FB1B}" type="pres">
      <dgm:prSet presAssocID="{4B4A5584-B1C0-4475-BA75-84B0A693B5A3}" presName="rootText1" presStyleLbl="node0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C6FCBB-CAAC-4C72-86B5-BDC2469F83B2}" type="pres">
      <dgm:prSet presAssocID="{4B4A5584-B1C0-4475-BA75-84B0A693B5A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731A2D4-A887-4FDB-BAFB-959937929956}" type="pres">
      <dgm:prSet presAssocID="{4B4A5584-B1C0-4475-BA75-84B0A693B5A3}" presName="hierChild2" presStyleCnt="0"/>
      <dgm:spPr/>
    </dgm:pt>
    <dgm:pt modelId="{DBC73779-888D-4C7A-A3E6-FCAB257798DF}" type="pres">
      <dgm:prSet presAssocID="{4B4A5584-B1C0-4475-BA75-84B0A693B5A3}" presName="hierChild3" presStyleCnt="0"/>
      <dgm:spPr/>
    </dgm:pt>
  </dgm:ptLst>
  <dgm:cxnLst>
    <dgm:cxn modelId="{06C8DB90-8014-4765-A091-4211CCFEEA4A}" type="presOf" srcId="{4B4A5584-B1C0-4475-BA75-84B0A693B5A3}" destId="{DB794F43-AC83-4341-AC74-86785994FB1B}" srcOrd="0" destOrd="0" presId="urn:microsoft.com/office/officeart/2005/8/layout/orgChart1"/>
    <dgm:cxn modelId="{3747DBB4-0770-4729-9F41-0CEC6C691956}" type="presOf" srcId="{43374D31-9B52-4454-A4D1-003AA36447A1}" destId="{B5B5BBA1-771F-479E-A496-50F616E402CB}" srcOrd="0" destOrd="0" presId="urn:microsoft.com/office/officeart/2005/8/layout/orgChart1"/>
    <dgm:cxn modelId="{3839AD9A-1A6F-45B1-87AE-F7F20101DDB5}" type="presOf" srcId="{6465019C-F150-428E-9F3F-A2C4D61EC1A5}" destId="{49FE0754-5D69-4534-9B2A-40246135456B}" srcOrd="1" destOrd="0" presId="urn:microsoft.com/office/officeart/2005/8/layout/orgChart1"/>
    <dgm:cxn modelId="{1423152B-78D8-4BEA-BF8F-1ED31E16EEFE}" type="presOf" srcId="{B3D905A1-F2F3-481D-8F7D-A015522E482A}" destId="{61E0CDA5-BC41-4E96-A1E3-F6B60DB68D14}" srcOrd="0" destOrd="0" presId="urn:microsoft.com/office/officeart/2005/8/layout/orgChart1"/>
    <dgm:cxn modelId="{8F21B063-0305-46E3-86F3-A7C3A63F589C}" type="presOf" srcId="{894EF91C-8279-495A-B218-EC2A136FA5C1}" destId="{5F661931-9C0E-4F9C-A4F1-0B2F7B338188}" srcOrd="0" destOrd="0" presId="urn:microsoft.com/office/officeart/2005/8/layout/orgChart1"/>
    <dgm:cxn modelId="{34591322-EF5F-4E2C-A89B-FD4F84D1CEC2}" type="presOf" srcId="{E510B2C9-817A-4770-83FE-AD9953D36157}" destId="{B06E2AD4-373F-4F6A-B96A-21E3C678D4CA}" srcOrd="1" destOrd="0" presId="urn:microsoft.com/office/officeart/2005/8/layout/orgChart1"/>
    <dgm:cxn modelId="{B1A49FF4-B59F-4BFD-8D52-E51730E85A38}" type="presOf" srcId="{4DB69015-F1EE-4824-83CC-6161E6927A08}" destId="{C719C864-183F-4D50-B2EA-AC353F3C63AA}" srcOrd="1" destOrd="0" presId="urn:microsoft.com/office/officeart/2005/8/layout/orgChart1"/>
    <dgm:cxn modelId="{DD87C915-88EB-46FB-92FC-24C6EB5427DF}" type="presOf" srcId="{041B4770-9E5B-4EB5-BED9-F21F09BF16FB}" destId="{D077BBE3-9AE4-40B9-B4BA-D18D0898E6C3}" srcOrd="1" destOrd="0" presId="urn:microsoft.com/office/officeart/2005/8/layout/orgChart1"/>
    <dgm:cxn modelId="{38C19C8B-B4BE-4043-815D-6E6E9EF67DE2}" type="presOf" srcId="{43374D31-9B52-4454-A4D1-003AA36447A1}" destId="{0989B69E-8E90-48DF-BDB7-0578A9411DD1}" srcOrd="1" destOrd="0" presId="urn:microsoft.com/office/officeart/2005/8/layout/orgChart1"/>
    <dgm:cxn modelId="{2818F43E-B307-4E1F-B6C1-8CBF08D62308}" srcId="{B3D905A1-F2F3-481D-8F7D-A015522E482A}" destId="{E510B2C9-817A-4770-83FE-AD9953D36157}" srcOrd="0" destOrd="0" parTransId="{E8699882-08E2-4531-8420-BBF013211F09}" sibTransId="{C20DABDB-E1EA-4391-B419-DDB524581839}"/>
    <dgm:cxn modelId="{8865C419-683F-45A4-86DA-49E8CBD40E53}" srcId="{6465019C-F150-428E-9F3F-A2C4D61EC1A5}" destId="{43374D31-9B52-4454-A4D1-003AA36447A1}" srcOrd="1" destOrd="0" parTransId="{894EF91C-8279-495A-B218-EC2A136FA5C1}" sibTransId="{7E4162A2-7B1D-426A-9939-AFFAB5431F59}"/>
    <dgm:cxn modelId="{2E77E934-3DA0-4166-B640-6ED1421EED74}" srcId="{6465019C-F150-428E-9F3F-A2C4D61EC1A5}" destId="{041B4770-9E5B-4EB5-BED9-F21F09BF16FB}" srcOrd="0" destOrd="0" parTransId="{50D5B746-45EB-4F0B-B97E-FE7607D696C0}" sibTransId="{84647E84-CB69-4CE1-80F0-E32DF104FA51}"/>
    <dgm:cxn modelId="{E3ABF51E-4A78-4B5D-88BA-5840B305F0AC}" type="presOf" srcId="{E510B2C9-817A-4770-83FE-AD9953D36157}" destId="{AA1EA778-8536-403B-A02A-EBDD1F8D6DB2}" srcOrd="0" destOrd="0" presId="urn:microsoft.com/office/officeart/2005/8/layout/orgChart1"/>
    <dgm:cxn modelId="{4AEC1D26-528E-42AB-9D23-1B1E70ED980D}" type="presOf" srcId="{6465019C-F150-428E-9F3F-A2C4D61EC1A5}" destId="{ECB8037F-6692-4CE6-8DE1-F8D51F2F12A3}" srcOrd="0" destOrd="0" presId="urn:microsoft.com/office/officeart/2005/8/layout/orgChart1"/>
    <dgm:cxn modelId="{B7E12012-64F7-487D-9805-FC6C890C69C1}" srcId="{B3D905A1-F2F3-481D-8F7D-A015522E482A}" destId="{6465019C-F150-428E-9F3F-A2C4D61EC1A5}" srcOrd="1" destOrd="0" parTransId="{EC69E08D-530E-43D3-90AE-2F0C68F2176D}" sibTransId="{F1FB1F3F-1ED2-423F-B51B-416948EFA947}"/>
    <dgm:cxn modelId="{A66F3F58-98CB-44E6-9AA1-04241A7B82A8}" type="presOf" srcId="{4DB69015-F1EE-4824-83CC-6161E6927A08}" destId="{AEB65555-DE22-41CE-9683-1DE073795596}" srcOrd="0" destOrd="0" presId="urn:microsoft.com/office/officeart/2005/8/layout/orgChart1"/>
    <dgm:cxn modelId="{014BE5D8-EFB2-49F5-8780-4A7C79506B5F}" type="presOf" srcId="{D6AD22CB-313E-4759-BDDB-5C6DDFAAEAF6}" destId="{D6581F0F-AE4E-4354-80E0-C0774483FD4C}" srcOrd="0" destOrd="0" presId="urn:microsoft.com/office/officeart/2005/8/layout/orgChart1"/>
    <dgm:cxn modelId="{43EF92F8-1554-4381-8AEC-71856FBCF648}" type="presOf" srcId="{4B4A5584-B1C0-4475-BA75-84B0A693B5A3}" destId="{D0C6FCBB-CAAC-4C72-86B5-BDC2469F83B2}" srcOrd="1" destOrd="0" presId="urn:microsoft.com/office/officeart/2005/8/layout/orgChart1"/>
    <dgm:cxn modelId="{9C167CA8-C439-469C-8350-B11D97A6ED0C}" type="presOf" srcId="{041B4770-9E5B-4EB5-BED9-F21F09BF16FB}" destId="{892DCB21-2D50-49CD-BFFE-5589BEDC0449}" srcOrd="0" destOrd="0" presId="urn:microsoft.com/office/officeart/2005/8/layout/orgChart1"/>
    <dgm:cxn modelId="{3FA73557-3B05-488B-A6A6-597E0CF2F084}" srcId="{6465019C-F150-428E-9F3F-A2C4D61EC1A5}" destId="{4DB69015-F1EE-4824-83CC-6161E6927A08}" srcOrd="2" destOrd="0" parTransId="{D6AD22CB-313E-4759-BDDB-5C6DDFAAEAF6}" sibTransId="{9A6DFE53-512E-4ABE-A385-7FD7F5E2F34B}"/>
    <dgm:cxn modelId="{88E39CBE-9E2B-40B9-8F2E-6E53D420C668}" srcId="{B3D905A1-F2F3-481D-8F7D-A015522E482A}" destId="{4B4A5584-B1C0-4475-BA75-84B0A693B5A3}" srcOrd="2" destOrd="0" parTransId="{F4685193-281F-41C1-8850-AA7B243C489B}" sibTransId="{25A7CFB2-C403-4389-BEC4-7225EF814EDB}"/>
    <dgm:cxn modelId="{E3E0A4C2-B517-450D-A993-7BAAB7A75D16}" type="presOf" srcId="{50D5B746-45EB-4F0B-B97E-FE7607D696C0}" destId="{ABE7FB1D-9B0D-4ADD-8385-95A73B5ECEAF}" srcOrd="0" destOrd="0" presId="urn:microsoft.com/office/officeart/2005/8/layout/orgChart1"/>
    <dgm:cxn modelId="{5B1FAF80-770E-454F-A202-A62D417AEFEF}" type="presParOf" srcId="{61E0CDA5-BC41-4E96-A1E3-F6B60DB68D14}" destId="{3F33CB8E-AB55-4AFF-8BED-462936F6349F}" srcOrd="0" destOrd="0" presId="urn:microsoft.com/office/officeart/2005/8/layout/orgChart1"/>
    <dgm:cxn modelId="{CA55B1A4-352E-4095-9657-E2BA92B8238D}" type="presParOf" srcId="{3F33CB8E-AB55-4AFF-8BED-462936F6349F}" destId="{5C7B2E22-A77F-47A1-82A7-97CB297F4028}" srcOrd="0" destOrd="0" presId="urn:microsoft.com/office/officeart/2005/8/layout/orgChart1"/>
    <dgm:cxn modelId="{7A114D62-F520-48B4-BDCA-BC003B2C04DC}" type="presParOf" srcId="{5C7B2E22-A77F-47A1-82A7-97CB297F4028}" destId="{AA1EA778-8536-403B-A02A-EBDD1F8D6DB2}" srcOrd="0" destOrd="0" presId="urn:microsoft.com/office/officeart/2005/8/layout/orgChart1"/>
    <dgm:cxn modelId="{93F539AE-DCFC-45AA-AAC0-DEA7B8F49E67}" type="presParOf" srcId="{5C7B2E22-A77F-47A1-82A7-97CB297F4028}" destId="{B06E2AD4-373F-4F6A-B96A-21E3C678D4CA}" srcOrd="1" destOrd="0" presId="urn:microsoft.com/office/officeart/2005/8/layout/orgChart1"/>
    <dgm:cxn modelId="{017F7F81-BE0F-4966-A17A-DE22BAC55ECF}" type="presParOf" srcId="{3F33CB8E-AB55-4AFF-8BED-462936F6349F}" destId="{784B2273-AA70-44AE-9E54-48BA94DCA511}" srcOrd="1" destOrd="0" presId="urn:microsoft.com/office/officeart/2005/8/layout/orgChart1"/>
    <dgm:cxn modelId="{D6AA86E9-71DF-47A5-A3B8-BF4D9D3533BE}" type="presParOf" srcId="{3F33CB8E-AB55-4AFF-8BED-462936F6349F}" destId="{5BA2B88E-8C1B-4333-9816-47982C78654C}" srcOrd="2" destOrd="0" presId="urn:microsoft.com/office/officeart/2005/8/layout/orgChart1"/>
    <dgm:cxn modelId="{99C0D494-4C0B-4D8C-8F05-FDECC5D2F9F4}" type="presParOf" srcId="{61E0CDA5-BC41-4E96-A1E3-F6B60DB68D14}" destId="{FDA61820-8D63-4A4B-896A-33032444DE7E}" srcOrd="1" destOrd="0" presId="urn:microsoft.com/office/officeart/2005/8/layout/orgChart1"/>
    <dgm:cxn modelId="{82E97162-74B9-4E99-A339-06B72A8C826C}" type="presParOf" srcId="{FDA61820-8D63-4A4B-896A-33032444DE7E}" destId="{5A01778A-4BBE-4DDB-A80A-22BA2EE6F582}" srcOrd="0" destOrd="0" presId="urn:microsoft.com/office/officeart/2005/8/layout/orgChart1"/>
    <dgm:cxn modelId="{F6D5CD60-1BBE-4C20-8CAB-9184D159FFEC}" type="presParOf" srcId="{5A01778A-4BBE-4DDB-A80A-22BA2EE6F582}" destId="{ECB8037F-6692-4CE6-8DE1-F8D51F2F12A3}" srcOrd="0" destOrd="0" presId="urn:microsoft.com/office/officeart/2005/8/layout/orgChart1"/>
    <dgm:cxn modelId="{565777C5-89FD-4832-AF4B-1F0DAFA8D62B}" type="presParOf" srcId="{5A01778A-4BBE-4DDB-A80A-22BA2EE6F582}" destId="{49FE0754-5D69-4534-9B2A-40246135456B}" srcOrd="1" destOrd="0" presId="urn:microsoft.com/office/officeart/2005/8/layout/orgChart1"/>
    <dgm:cxn modelId="{147B0A7D-6776-4F60-B77A-2EDF2DAD6D93}" type="presParOf" srcId="{FDA61820-8D63-4A4B-896A-33032444DE7E}" destId="{4CEC5928-4C6B-4513-9291-1F5A43334029}" srcOrd="1" destOrd="0" presId="urn:microsoft.com/office/officeart/2005/8/layout/orgChart1"/>
    <dgm:cxn modelId="{3E083B87-6995-4356-A051-842AF510ACB0}" type="presParOf" srcId="{4CEC5928-4C6B-4513-9291-1F5A43334029}" destId="{ABE7FB1D-9B0D-4ADD-8385-95A73B5ECEAF}" srcOrd="0" destOrd="0" presId="urn:microsoft.com/office/officeart/2005/8/layout/orgChart1"/>
    <dgm:cxn modelId="{5BD20445-231F-4044-A15D-89AC49AEBD95}" type="presParOf" srcId="{4CEC5928-4C6B-4513-9291-1F5A43334029}" destId="{707BBB7D-759B-41E0-84E2-5416B68A28E8}" srcOrd="1" destOrd="0" presId="urn:microsoft.com/office/officeart/2005/8/layout/orgChart1"/>
    <dgm:cxn modelId="{B0C54001-660C-4651-B0EE-139C57D1DF03}" type="presParOf" srcId="{707BBB7D-759B-41E0-84E2-5416B68A28E8}" destId="{5787EDA6-19D2-4D0A-B929-4F4D726EC8F7}" srcOrd="0" destOrd="0" presId="urn:microsoft.com/office/officeart/2005/8/layout/orgChart1"/>
    <dgm:cxn modelId="{DB268D17-529C-4166-B938-7F5104A6820E}" type="presParOf" srcId="{5787EDA6-19D2-4D0A-B929-4F4D726EC8F7}" destId="{892DCB21-2D50-49CD-BFFE-5589BEDC0449}" srcOrd="0" destOrd="0" presId="urn:microsoft.com/office/officeart/2005/8/layout/orgChart1"/>
    <dgm:cxn modelId="{9FF01C37-AFA8-4AE4-96D8-7C31D9350541}" type="presParOf" srcId="{5787EDA6-19D2-4D0A-B929-4F4D726EC8F7}" destId="{D077BBE3-9AE4-40B9-B4BA-D18D0898E6C3}" srcOrd="1" destOrd="0" presId="urn:microsoft.com/office/officeart/2005/8/layout/orgChart1"/>
    <dgm:cxn modelId="{C6F49065-D2C2-4023-8F70-D0C4D4A86844}" type="presParOf" srcId="{707BBB7D-759B-41E0-84E2-5416B68A28E8}" destId="{123E2ED8-17C3-4F59-BBD1-6A6C54380503}" srcOrd="1" destOrd="0" presId="urn:microsoft.com/office/officeart/2005/8/layout/orgChart1"/>
    <dgm:cxn modelId="{1ED65B7A-5923-481D-A5B7-D59DF21DB55A}" type="presParOf" srcId="{707BBB7D-759B-41E0-84E2-5416B68A28E8}" destId="{B09AF7A5-B0C0-404A-A915-3B5CF0586057}" srcOrd="2" destOrd="0" presId="urn:microsoft.com/office/officeart/2005/8/layout/orgChart1"/>
    <dgm:cxn modelId="{24C44E5A-375E-4AAD-BEA2-F6DF40CDEE58}" type="presParOf" srcId="{4CEC5928-4C6B-4513-9291-1F5A43334029}" destId="{5F661931-9C0E-4F9C-A4F1-0B2F7B338188}" srcOrd="2" destOrd="0" presId="urn:microsoft.com/office/officeart/2005/8/layout/orgChart1"/>
    <dgm:cxn modelId="{602307D1-16FC-46A9-9259-89151FADC5FE}" type="presParOf" srcId="{4CEC5928-4C6B-4513-9291-1F5A43334029}" destId="{8B96B875-3F34-4134-92BA-1D82C8629404}" srcOrd="3" destOrd="0" presId="urn:microsoft.com/office/officeart/2005/8/layout/orgChart1"/>
    <dgm:cxn modelId="{49B8CB86-922F-432E-BCDE-F8F76B6F8D05}" type="presParOf" srcId="{8B96B875-3F34-4134-92BA-1D82C8629404}" destId="{A42F61A6-614A-428F-919C-9D64D3521136}" srcOrd="0" destOrd="0" presId="urn:microsoft.com/office/officeart/2005/8/layout/orgChart1"/>
    <dgm:cxn modelId="{0C806CD4-4ABB-4D46-900D-A85AE7EDD6FD}" type="presParOf" srcId="{A42F61A6-614A-428F-919C-9D64D3521136}" destId="{B5B5BBA1-771F-479E-A496-50F616E402CB}" srcOrd="0" destOrd="0" presId="urn:microsoft.com/office/officeart/2005/8/layout/orgChart1"/>
    <dgm:cxn modelId="{9B23DA07-E1E4-434B-A110-63FDBE5BEF18}" type="presParOf" srcId="{A42F61A6-614A-428F-919C-9D64D3521136}" destId="{0989B69E-8E90-48DF-BDB7-0578A9411DD1}" srcOrd="1" destOrd="0" presId="urn:microsoft.com/office/officeart/2005/8/layout/orgChart1"/>
    <dgm:cxn modelId="{54CE831D-F860-431E-B087-C10C09FACC8B}" type="presParOf" srcId="{8B96B875-3F34-4134-92BA-1D82C8629404}" destId="{4AD9AD40-0A2E-4A66-B18F-4E99A4EBED92}" srcOrd="1" destOrd="0" presId="urn:microsoft.com/office/officeart/2005/8/layout/orgChart1"/>
    <dgm:cxn modelId="{070EBCBF-3021-4D29-92AB-D82524C99635}" type="presParOf" srcId="{8B96B875-3F34-4134-92BA-1D82C8629404}" destId="{BA28AE69-043B-4CC3-86AC-FF44FE0572B0}" srcOrd="2" destOrd="0" presId="urn:microsoft.com/office/officeart/2005/8/layout/orgChart1"/>
    <dgm:cxn modelId="{26450923-434A-40BA-8DF8-DDFC390FC16F}" type="presParOf" srcId="{4CEC5928-4C6B-4513-9291-1F5A43334029}" destId="{D6581F0F-AE4E-4354-80E0-C0774483FD4C}" srcOrd="4" destOrd="0" presId="urn:microsoft.com/office/officeart/2005/8/layout/orgChart1"/>
    <dgm:cxn modelId="{B8F66B14-BCC6-4561-9D57-31804A2A1359}" type="presParOf" srcId="{4CEC5928-4C6B-4513-9291-1F5A43334029}" destId="{1154D104-FE94-4A80-9656-B9EF38603DCE}" srcOrd="5" destOrd="0" presId="urn:microsoft.com/office/officeart/2005/8/layout/orgChart1"/>
    <dgm:cxn modelId="{21318DE1-0DAA-4BA5-AA1B-BD318D392D2C}" type="presParOf" srcId="{1154D104-FE94-4A80-9656-B9EF38603DCE}" destId="{C00CA4D2-7129-419B-9DAB-B383737DAAE7}" srcOrd="0" destOrd="0" presId="urn:microsoft.com/office/officeart/2005/8/layout/orgChart1"/>
    <dgm:cxn modelId="{F77EF288-C663-493E-9818-C179EEC6A66F}" type="presParOf" srcId="{C00CA4D2-7129-419B-9DAB-B383737DAAE7}" destId="{AEB65555-DE22-41CE-9683-1DE073795596}" srcOrd="0" destOrd="0" presId="urn:microsoft.com/office/officeart/2005/8/layout/orgChart1"/>
    <dgm:cxn modelId="{03E8A1B2-7F11-46C7-8196-691D6B0907DB}" type="presParOf" srcId="{C00CA4D2-7129-419B-9DAB-B383737DAAE7}" destId="{C719C864-183F-4D50-B2EA-AC353F3C63AA}" srcOrd="1" destOrd="0" presId="urn:microsoft.com/office/officeart/2005/8/layout/orgChart1"/>
    <dgm:cxn modelId="{52441B4D-1C1B-4C68-AFEB-AA37602806FF}" type="presParOf" srcId="{1154D104-FE94-4A80-9656-B9EF38603DCE}" destId="{945AAC37-3CCD-4287-96BE-12714530C1B3}" srcOrd="1" destOrd="0" presId="urn:microsoft.com/office/officeart/2005/8/layout/orgChart1"/>
    <dgm:cxn modelId="{4EC52AE5-8C70-4896-B623-11A908FD3229}" type="presParOf" srcId="{1154D104-FE94-4A80-9656-B9EF38603DCE}" destId="{2290AB26-0487-4304-AE70-916134272354}" srcOrd="2" destOrd="0" presId="urn:microsoft.com/office/officeart/2005/8/layout/orgChart1"/>
    <dgm:cxn modelId="{5495B9E0-85F0-4ADC-AFB0-869C145854D4}" type="presParOf" srcId="{FDA61820-8D63-4A4B-896A-33032444DE7E}" destId="{7376BDCD-F1E5-45D9-BA1B-31875C780AC8}" srcOrd="2" destOrd="0" presId="urn:microsoft.com/office/officeart/2005/8/layout/orgChart1"/>
    <dgm:cxn modelId="{E3000F8A-E2AE-44C8-B900-371A74EFEDD9}" type="presParOf" srcId="{61E0CDA5-BC41-4E96-A1E3-F6B60DB68D14}" destId="{C37998DA-AD5F-4879-9C35-FF35352CAF9E}" srcOrd="2" destOrd="0" presId="urn:microsoft.com/office/officeart/2005/8/layout/orgChart1"/>
    <dgm:cxn modelId="{32A9783D-8DAE-457E-9955-11031FCF6B44}" type="presParOf" srcId="{C37998DA-AD5F-4879-9C35-FF35352CAF9E}" destId="{82EC9A9E-4B25-4D1F-B352-420E1E9D47CA}" srcOrd="0" destOrd="0" presId="urn:microsoft.com/office/officeart/2005/8/layout/orgChart1"/>
    <dgm:cxn modelId="{F24AAED1-BC1B-439E-A70A-75347CB467AD}" type="presParOf" srcId="{82EC9A9E-4B25-4D1F-B352-420E1E9D47CA}" destId="{DB794F43-AC83-4341-AC74-86785994FB1B}" srcOrd="0" destOrd="0" presId="urn:microsoft.com/office/officeart/2005/8/layout/orgChart1"/>
    <dgm:cxn modelId="{04C20C17-1091-4C06-95DE-EED8BB110B2D}" type="presParOf" srcId="{82EC9A9E-4B25-4D1F-B352-420E1E9D47CA}" destId="{D0C6FCBB-CAAC-4C72-86B5-BDC2469F83B2}" srcOrd="1" destOrd="0" presId="urn:microsoft.com/office/officeart/2005/8/layout/orgChart1"/>
    <dgm:cxn modelId="{9395FDA5-FC6B-40AE-BC48-7F7A9CD88488}" type="presParOf" srcId="{C37998DA-AD5F-4879-9C35-FF35352CAF9E}" destId="{B731A2D4-A887-4FDB-BAFB-959937929956}" srcOrd="1" destOrd="0" presId="urn:microsoft.com/office/officeart/2005/8/layout/orgChart1"/>
    <dgm:cxn modelId="{47FCA0C5-6CC5-4CF9-95B0-D2D75CE61277}" type="presParOf" srcId="{C37998DA-AD5F-4879-9C35-FF35352CAF9E}" destId="{DBC73779-888D-4C7A-A3E6-FCAB257798D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837113-2FEF-4FFB-A629-14EDDD2C2EF2}" type="doc">
      <dgm:prSet loTypeId="urn:microsoft.com/office/officeart/2005/8/layout/equation2" loCatId="relationship" qsTypeId="urn:microsoft.com/office/officeart/2005/8/quickstyle/simple3" qsCatId="simple" csTypeId="urn:microsoft.com/office/officeart/2005/8/colors/colorful4" csCatId="colorful"/>
      <dgm:spPr/>
      <dgm:t>
        <a:bodyPr/>
        <a:lstStyle/>
        <a:p>
          <a:endParaRPr lang="en-AU"/>
        </a:p>
      </dgm:t>
    </dgm:pt>
    <dgm:pt modelId="{ADAF1B94-534D-4322-A71C-FD56E0992993}">
      <dgm:prSet custT="1"/>
      <dgm:spPr/>
      <dgm:t>
        <a:bodyPr/>
        <a:lstStyle/>
        <a:p>
          <a:r>
            <a:rPr lang="en-US" sz="1050" b="1" dirty="0"/>
            <a:t>Addiction &amp; Mental Health</a:t>
          </a:r>
          <a:endParaRPr lang="en-AU" sz="1050" dirty="0"/>
        </a:p>
      </dgm:t>
    </dgm:pt>
    <dgm:pt modelId="{5618A055-4D0A-4806-9C50-83F9E44AE799}" type="parTrans" cxnId="{6574962A-65E6-4457-A1EA-9E3A0C12C43C}">
      <dgm:prSet/>
      <dgm:spPr/>
      <dgm:t>
        <a:bodyPr/>
        <a:lstStyle/>
        <a:p>
          <a:endParaRPr lang="en-AU"/>
        </a:p>
      </dgm:t>
    </dgm:pt>
    <dgm:pt modelId="{E2987DE9-6229-4450-8191-AFEED588CEF0}" type="sibTrans" cxnId="{6574962A-65E6-4457-A1EA-9E3A0C12C43C}">
      <dgm:prSet/>
      <dgm:spPr/>
      <dgm:t>
        <a:bodyPr/>
        <a:lstStyle/>
        <a:p>
          <a:endParaRPr lang="en-AU"/>
        </a:p>
      </dgm:t>
    </dgm:pt>
    <dgm:pt modelId="{9309FCE7-EA6D-48E1-80ED-350D0E944ECA}">
      <dgm:prSet custT="1"/>
      <dgm:spPr/>
      <dgm:t>
        <a:bodyPr/>
        <a:lstStyle/>
        <a:p>
          <a:r>
            <a:rPr lang="en-US" sz="1050" dirty="0"/>
            <a:t>Over-reliance on phones linked to:</a:t>
          </a:r>
          <a:endParaRPr lang="en-AU" sz="1050" dirty="0"/>
        </a:p>
      </dgm:t>
    </dgm:pt>
    <dgm:pt modelId="{6320B676-B0AB-4DE3-B1A4-E3E8B36B281E}" type="parTrans" cxnId="{A84632B8-2193-499A-B7AA-33432000BDED}">
      <dgm:prSet/>
      <dgm:spPr/>
      <dgm:t>
        <a:bodyPr/>
        <a:lstStyle/>
        <a:p>
          <a:endParaRPr lang="en-AU"/>
        </a:p>
      </dgm:t>
    </dgm:pt>
    <dgm:pt modelId="{FEE7E14C-AAE4-47C1-904D-6EA84EA802C3}" type="sibTrans" cxnId="{A84632B8-2193-499A-B7AA-33432000BDED}">
      <dgm:prSet/>
      <dgm:spPr/>
      <dgm:t>
        <a:bodyPr/>
        <a:lstStyle/>
        <a:p>
          <a:endParaRPr lang="en-AU"/>
        </a:p>
      </dgm:t>
    </dgm:pt>
    <dgm:pt modelId="{DE86AEB6-1810-401C-A3C3-F750CA221E12}">
      <dgm:prSet custT="1"/>
      <dgm:spPr/>
      <dgm:t>
        <a:bodyPr/>
        <a:lstStyle/>
        <a:p>
          <a:r>
            <a:rPr lang="en-US" sz="900" dirty="0"/>
            <a:t>Loneliness</a:t>
          </a:r>
          <a:endParaRPr lang="en-AU" sz="900" dirty="0"/>
        </a:p>
      </dgm:t>
    </dgm:pt>
    <dgm:pt modelId="{F9A1FAA3-0B49-4A87-8DFE-1C5EC301C00C}" type="parTrans" cxnId="{A216877D-A45F-4288-AD2B-E976F0C3CC54}">
      <dgm:prSet/>
      <dgm:spPr/>
      <dgm:t>
        <a:bodyPr/>
        <a:lstStyle/>
        <a:p>
          <a:endParaRPr lang="en-AU"/>
        </a:p>
      </dgm:t>
    </dgm:pt>
    <dgm:pt modelId="{A5A956D8-110C-455D-AD9C-2233D3354B4A}" type="sibTrans" cxnId="{A216877D-A45F-4288-AD2B-E976F0C3CC54}">
      <dgm:prSet/>
      <dgm:spPr/>
      <dgm:t>
        <a:bodyPr/>
        <a:lstStyle/>
        <a:p>
          <a:endParaRPr lang="en-AU"/>
        </a:p>
      </dgm:t>
    </dgm:pt>
    <dgm:pt modelId="{7497C71D-C881-4216-A84A-1600583B3F98}">
      <dgm:prSet custT="1"/>
      <dgm:spPr/>
      <dgm:t>
        <a:bodyPr/>
        <a:lstStyle/>
        <a:p>
          <a:r>
            <a:rPr lang="en-US" sz="900" dirty="0"/>
            <a:t>Anxiety and depression</a:t>
          </a:r>
          <a:endParaRPr lang="en-AU" sz="900" dirty="0"/>
        </a:p>
      </dgm:t>
    </dgm:pt>
    <dgm:pt modelId="{656F142B-80C8-49FF-A6BC-6E58FFF0A25C}" type="parTrans" cxnId="{6B1CA38F-A2BF-47C9-AB92-50E88BC3DCA8}">
      <dgm:prSet/>
      <dgm:spPr/>
      <dgm:t>
        <a:bodyPr/>
        <a:lstStyle/>
        <a:p>
          <a:endParaRPr lang="en-AU"/>
        </a:p>
      </dgm:t>
    </dgm:pt>
    <dgm:pt modelId="{AF251650-D9B2-425F-A5C3-1CCDC56B0EE0}" type="sibTrans" cxnId="{6B1CA38F-A2BF-47C9-AB92-50E88BC3DCA8}">
      <dgm:prSet/>
      <dgm:spPr/>
      <dgm:t>
        <a:bodyPr/>
        <a:lstStyle/>
        <a:p>
          <a:endParaRPr lang="en-AU"/>
        </a:p>
      </dgm:t>
    </dgm:pt>
    <dgm:pt modelId="{0CDCFD0F-18E5-4474-B506-D4DD15D13070}">
      <dgm:prSet custT="1"/>
      <dgm:spPr/>
      <dgm:t>
        <a:bodyPr/>
        <a:lstStyle/>
        <a:p>
          <a:r>
            <a:rPr lang="en-US" sz="900" dirty="0"/>
            <a:t>Neglect of real-life relationships and responsibilities</a:t>
          </a:r>
          <a:endParaRPr lang="en-AU" sz="900" dirty="0"/>
        </a:p>
      </dgm:t>
    </dgm:pt>
    <dgm:pt modelId="{FBD6B837-86A3-46C6-A05F-BF0C1008E965}" type="parTrans" cxnId="{1BBDB9B9-B30E-4691-B6FC-FFA58851D5B6}">
      <dgm:prSet/>
      <dgm:spPr/>
      <dgm:t>
        <a:bodyPr/>
        <a:lstStyle/>
        <a:p>
          <a:endParaRPr lang="en-AU"/>
        </a:p>
      </dgm:t>
    </dgm:pt>
    <dgm:pt modelId="{3BF1ABAD-6BBD-4C9B-A706-0C08A7348736}" type="sibTrans" cxnId="{1BBDB9B9-B30E-4691-B6FC-FFA58851D5B6}">
      <dgm:prSet/>
      <dgm:spPr/>
      <dgm:t>
        <a:bodyPr/>
        <a:lstStyle/>
        <a:p>
          <a:endParaRPr lang="en-AU"/>
        </a:p>
      </dgm:t>
    </dgm:pt>
    <dgm:pt modelId="{86F42E66-6A99-4D66-86A2-2B2445443677}" type="pres">
      <dgm:prSet presAssocID="{93837113-2FEF-4FFB-A629-14EDDD2C2EF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10F250-F7D6-478E-97C6-357EDD38C32B}" type="pres">
      <dgm:prSet presAssocID="{93837113-2FEF-4FFB-A629-14EDDD2C2EF2}" presName="vNodes" presStyleCnt="0"/>
      <dgm:spPr/>
    </dgm:pt>
    <dgm:pt modelId="{04DACB6B-881B-4A61-806E-4680D2326CB6}" type="pres">
      <dgm:prSet presAssocID="{ADAF1B94-534D-4322-A71C-FD56E0992993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552FC-F569-4A4F-83AC-B2E122C38586}" type="pres">
      <dgm:prSet presAssocID="{93837113-2FEF-4FFB-A629-14EDDD2C2EF2}" presName="sibTransLast" presStyleLbl="sibTrans2D1" presStyleIdx="0" presStyleCnt="1"/>
      <dgm:spPr/>
      <dgm:t>
        <a:bodyPr/>
        <a:lstStyle/>
        <a:p>
          <a:endParaRPr lang="en-US"/>
        </a:p>
      </dgm:t>
    </dgm:pt>
    <dgm:pt modelId="{A6D76D8D-0115-4BF5-8BD0-86D93E975945}" type="pres">
      <dgm:prSet presAssocID="{93837113-2FEF-4FFB-A629-14EDDD2C2EF2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EF1B24D2-29B7-463E-B861-9B166144C978}" type="pres">
      <dgm:prSet presAssocID="{93837113-2FEF-4FFB-A629-14EDDD2C2EF2}" presName="last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B19BD9-85A9-479A-A076-DE6F37819CD8}" type="presOf" srcId="{93837113-2FEF-4FFB-A629-14EDDD2C2EF2}" destId="{86F42E66-6A99-4D66-86A2-2B2445443677}" srcOrd="0" destOrd="0" presId="urn:microsoft.com/office/officeart/2005/8/layout/equation2"/>
    <dgm:cxn modelId="{1BBDB9B9-B30E-4691-B6FC-FFA58851D5B6}" srcId="{9309FCE7-EA6D-48E1-80ED-350D0E944ECA}" destId="{0CDCFD0F-18E5-4474-B506-D4DD15D13070}" srcOrd="2" destOrd="0" parTransId="{FBD6B837-86A3-46C6-A05F-BF0C1008E965}" sibTransId="{3BF1ABAD-6BBD-4C9B-A706-0C08A7348736}"/>
    <dgm:cxn modelId="{AFD68416-51E2-42AF-BC30-758A76D66C11}" type="presOf" srcId="{7497C71D-C881-4216-A84A-1600583B3F98}" destId="{EF1B24D2-29B7-463E-B861-9B166144C978}" srcOrd="0" destOrd="2" presId="urn:microsoft.com/office/officeart/2005/8/layout/equation2"/>
    <dgm:cxn modelId="{6574962A-65E6-4457-A1EA-9E3A0C12C43C}" srcId="{93837113-2FEF-4FFB-A629-14EDDD2C2EF2}" destId="{ADAF1B94-534D-4322-A71C-FD56E0992993}" srcOrd="0" destOrd="0" parTransId="{5618A055-4D0A-4806-9C50-83F9E44AE799}" sibTransId="{E2987DE9-6229-4450-8191-AFEED588CEF0}"/>
    <dgm:cxn modelId="{F76A2865-47A4-4714-84A3-AAAA4DF4796F}" type="presOf" srcId="{E2987DE9-6229-4450-8191-AFEED588CEF0}" destId="{A8A552FC-F569-4A4F-83AC-B2E122C38586}" srcOrd="0" destOrd="0" presId="urn:microsoft.com/office/officeart/2005/8/layout/equation2"/>
    <dgm:cxn modelId="{A9CECF8F-FBFB-4C44-A7F8-6B5E5F1C9830}" type="presOf" srcId="{9309FCE7-EA6D-48E1-80ED-350D0E944ECA}" destId="{EF1B24D2-29B7-463E-B861-9B166144C978}" srcOrd="0" destOrd="0" presId="urn:microsoft.com/office/officeart/2005/8/layout/equation2"/>
    <dgm:cxn modelId="{EA73AD50-902B-48F4-8A89-C52C8D9333EB}" type="presOf" srcId="{ADAF1B94-534D-4322-A71C-FD56E0992993}" destId="{04DACB6B-881B-4A61-806E-4680D2326CB6}" srcOrd="0" destOrd="0" presId="urn:microsoft.com/office/officeart/2005/8/layout/equation2"/>
    <dgm:cxn modelId="{59C8F677-AA7C-425E-A4C0-5027D74A1128}" type="presOf" srcId="{DE86AEB6-1810-401C-A3C3-F750CA221E12}" destId="{EF1B24D2-29B7-463E-B861-9B166144C978}" srcOrd="0" destOrd="1" presId="urn:microsoft.com/office/officeart/2005/8/layout/equation2"/>
    <dgm:cxn modelId="{A216877D-A45F-4288-AD2B-E976F0C3CC54}" srcId="{9309FCE7-EA6D-48E1-80ED-350D0E944ECA}" destId="{DE86AEB6-1810-401C-A3C3-F750CA221E12}" srcOrd="0" destOrd="0" parTransId="{F9A1FAA3-0B49-4A87-8DFE-1C5EC301C00C}" sibTransId="{A5A956D8-110C-455D-AD9C-2233D3354B4A}"/>
    <dgm:cxn modelId="{65038CC1-8526-4FA1-8D59-26B38F75AA09}" type="presOf" srcId="{0CDCFD0F-18E5-4474-B506-D4DD15D13070}" destId="{EF1B24D2-29B7-463E-B861-9B166144C978}" srcOrd="0" destOrd="3" presId="urn:microsoft.com/office/officeart/2005/8/layout/equation2"/>
    <dgm:cxn modelId="{6B1CA38F-A2BF-47C9-AB92-50E88BC3DCA8}" srcId="{9309FCE7-EA6D-48E1-80ED-350D0E944ECA}" destId="{7497C71D-C881-4216-A84A-1600583B3F98}" srcOrd="1" destOrd="0" parTransId="{656F142B-80C8-49FF-A6BC-6E58FFF0A25C}" sibTransId="{AF251650-D9B2-425F-A5C3-1CCDC56B0EE0}"/>
    <dgm:cxn modelId="{948AF9C3-4AED-44FB-9A01-2ECF5BA4D90E}" type="presOf" srcId="{E2987DE9-6229-4450-8191-AFEED588CEF0}" destId="{A6D76D8D-0115-4BF5-8BD0-86D93E975945}" srcOrd="1" destOrd="0" presId="urn:microsoft.com/office/officeart/2005/8/layout/equation2"/>
    <dgm:cxn modelId="{A84632B8-2193-499A-B7AA-33432000BDED}" srcId="{93837113-2FEF-4FFB-A629-14EDDD2C2EF2}" destId="{9309FCE7-EA6D-48E1-80ED-350D0E944ECA}" srcOrd="1" destOrd="0" parTransId="{6320B676-B0AB-4DE3-B1A4-E3E8B36B281E}" sibTransId="{FEE7E14C-AAE4-47C1-904D-6EA84EA802C3}"/>
    <dgm:cxn modelId="{DBB9C0E8-B8B5-46C4-A73F-55F94710D0B1}" type="presParOf" srcId="{86F42E66-6A99-4D66-86A2-2B2445443677}" destId="{FE10F250-F7D6-478E-97C6-357EDD38C32B}" srcOrd="0" destOrd="0" presId="urn:microsoft.com/office/officeart/2005/8/layout/equation2"/>
    <dgm:cxn modelId="{0A20156C-3949-498A-9331-F2D4B4314D9B}" type="presParOf" srcId="{FE10F250-F7D6-478E-97C6-357EDD38C32B}" destId="{04DACB6B-881B-4A61-806E-4680D2326CB6}" srcOrd="0" destOrd="0" presId="urn:microsoft.com/office/officeart/2005/8/layout/equation2"/>
    <dgm:cxn modelId="{B99AA827-0F7E-45B1-A086-D6740198EDED}" type="presParOf" srcId="{86F42E66-6A99-4D66-86A2-2B2445443677}" destId="{A8A552FC-F569-4A4F-83AC-B2E122C38586}" srcOrd="1" destOrd="0" presId="urn:microsoft.com/office/officeart/2005/8/layout/equation2"/>
    <dgm:cxn modelId="{CE6B80B3-E857-45B8-A925-84C04F7BF0B6}" type="presParOf" srcId="{A8A552FC-F569-4A4F-83AC-B2E122C38586}" destId="{A6D76D8D-0115-4BF5-8BD0-86D93E975945}" srcOrd="0" destOrd="0" presId="urn:microsoft.com/office/officeart/2005/8/layout/equation2"/>
    <dgm:cxn modelId="{4BC056E4-0288-4C35-8235-D00CCF6C8EE2}" type="presParOf" srcId="{86F42E66-6A99-4D66-86A2-2B2445443677}" destId="{EF1B24D2-29B7-463E-B861-9B166144C97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E49F5A-6C13-4A63-BA11-95A38E59ED4C}" type="doc">
      <dgm:prSet loTypeId="urn:microsoft.com/office/officeart/2005/8/layout/venn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EBA68E10-C5DF-4C4E-8B9E-157AD5F6B46C}">
      <dgm:prSet custT="1"/>
      <dgm:spPr/>
      <dgm:t>
        <a:bodyPr/>
        <a:lstStyle/>
        <a:p>
          <a:r>
            <a:rPr lang="en-US" sz="1200" b="1" dirty="0"/>
            <a:t>Conclusion</a:t>
          </a:r>
          <a:endParaRPr lang="en-AU" sz="1200" dirty="0"/>
        </a:p>
      </dgm:t>
    </dgm:pt>
    <dgm:pt modelId="{FD6A7E49-9F27-41DB-8369-59C2A04FAB58}" type="parTrans" cxnId="{FBB8CFE6-5E37-4A5C-88F3-22015F4CD2C5}">
      <dgm:prSet/>
      <dgm:spPr/>
      <dgm:t>
        <a:bodyPr/>
        <a:lstStyle/>
        <a:p>
          <a:endParaRPr lang="en-AU"/>
        </a:p>
      </dgm:t>
    </dgm:pt>
    <dgm:pt modelId="{436EE9C5-4B95-4036-B3A1-3020C4636196}" type="sibTrans" cxnId="{FBB8CFE6-5E37-4A5C-88F3-22015F4CD2C5}">
      <dgm:prSet/>
      <dgm:spPr/>
      <dgm:t>
        <a:bodyPr/>
        <a:lstStyle/>
        <a:p>
          <a:endParaRPr lang="en-AU"/>
        </a:p>
      </dgm:t>
    </dgm:pt>
    <dgm:pt modelId="{DB3BA2F6-2395-4016-AABE-6A4908809870}">
      <dgm:prSet custT="1"/>
      <dgm:spPr/>
      <dgm:t>
        <a:bodyPr/>
        <a:lstStyle/>
        <a:p>
          <a:r>
            <a:rPr lang="en-US" sz="1000" b="1" dirty="0"/>
            <a:t>Mobile phones are powerful tools for connection but can cause isolation and mental health issues if misused</a:t>
          </a:r>
          <a:endParaRPr lang="en-AU" sz="1000" b="1" dirty="0"/>
        </a:p>
      </dgm:t>
    </dgm:pt>
    <dgm:pt modelId="{95CD8AE8-671C-44AD-9B88-6765D80C1808}" type="parTrans" cxnId="{A8DBC17A-6537-4E68-8A2D-97AF3B982454}">
      <dgm:prSet/>
      <dgm:spPr/>
      <dgm:t>
        <a:bodyPr/>
        <a:lstStyle/>
        <a:p>
          <a:endParaRPr lang="en-AU"/>
        </a:p>
      </dgm:t>
    </dgm:pt>
    <dgm:pt modelId="{8FC761BB-F564-4FD5-9C67-A5BAB40B5120}" type="sibTrans" cxnId="{A8DBC17A-6537-4E68-8A2D-97AF3B982454}">
      <dgm:prSet/>
      <dgm:spPr/>
      <dgm:t>
        <a:bodyPr/>
        <a:lstStyle/>
        <a:p>
          <a:endParaRPr lang="en-AU"/>
        </a:p>
      </dgm:t>
    </dgm:pt>
    <dgm:pt modelId="{2653CF43-058F-46E4-BE15-C64BD4E14F5D}">
      <dgm:prSet custT="1"/>
      <dgm:spPr/>
      <dgm:t>
        <a:bodyPr/>
        <a:lstStyle/>
        <a:p>
          <a:pPr algn="ctr"/>
          <a:r>
            <a:rPr lang="en-US" sz="1000" b="1" dirty="0"/>
            <a:t>Balanced usage is key for maintaining healthy social and emotional life</a:t>
          </a:r>
          <a:endParaRPr lang="en-AU" sz="1000" b="1" dirty="0"/>
        </a:p>
      </dgm:t>
    </dgm:pt>
    <dgm:pt modelId="{CCB9C0B7-5984-4612-BF0F-FCF38B532E1B}" type="parTrans" cxnId="{BADD3294-19BF-479B-B9E9-CB5A0B2AA1E9}">
      <dgm:prSet/>
      <dgm:spPr/>
      <dgm:t>
        <a:bodyPr/>
        <a:lstStyle/>
        <a:p>
          <a:endParaRPr lang="en-AU"/>
        </a:p>
      </dgm:t>
    </dgm:pt>
    <dgm:pt modelId="{6DA93BCC-57C0-4989-A7A1-B63B4A97CF95}" type="sibTrans" cxnId="{BADD3294-19BF-479B-B9E9-CB5A0B2AA1E9}">
      <dgm:prSet/>
      <dgm:spPr/>
      <dgm:t>
        <a:bodyPr/>
        <a:lstStyle/>
        <a:p>
          <a:endParaRPr lang="en-AU"/>
        </a:p>
      </dgm:t>
    </dgm:pt>
    <dgm:pt modelId="{036E8D08-A179-49F4-9EB4-D7ABC187ED10}" type="pres">
      <dgm:prSet presAssocID="{2BE49F5A-6C13-4A63-BA11-95A38E59ED4C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2BEC5A-B068-4CF5-AFE4-D1788A9054E4}" type="pres">
      <dgm:prSet presAssocID="{EBA68E10-C5DF-4C4E-8B9E-157AD5F6B46C}" presName="circ1" presStyleLbl="vennNode1" presStyleIdx="0" presStyleCnt="3" custScaleX="151055" custScaleY="131538" custLinFactNeighborX="1968" custLinFactNeighborY="-63"/>
      <dgm:spPr/>
      <dgm:t>
        <a:bodyPr/>
        <a:lstStyle/>
        <a:p>
          <a:endParaRPr lang="en-US"/>
        </a:p>
      </dgm:t>
    </dgm:pt>
    <dgm:pt modelId="{3F1AED59-7B27-4E85-8A81-1C31E66E566A}" type="pres">
      <dgm:prSet presAssocID="{EBA68E10-C5DF-4C4E-8B9E-157AD5F6B46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C153BC-AB32-4B9B-AB71-8009915A473C}" type="pres">
      <dgm:prSet presAssocID="{DB3BA2F6-2395-4016-AABE-6A4908809870}" presName="circ2" presStyleLbl="vennNode1" presStyleIdx="1" presStyleCnt="3" custScaleX="143984" custScaleY="133480" custLinFactNeighborX="32040" custLinFactNeighborY="-2636"/>
      <dgm:spPr/>
      <dgm:t>
        <a:bodyPr/>
        <a:lstStyle/>
        <a:p>
          <a:endParaRPr lang="en-US"/>
        </a:p>
      </dgm:t>
    </dgm:pt>
    <dgm:pt modelId="{25CA99E8-C528-4AF8-B6F2-D522D84AA1C5}" type="pres">
      <dgm:prSet presAssocID="{DB3BA2F6-2395-4016-AABE-6A490880987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13B29A-3786-469D-A3E3-8FC328E62592}" type="pres">
      <dgm:prSet presAssocID="{2653CF43-058F-46E4-BE15-C64BD4E14F5D}" presName="circ3" presStyleLbl="vennNode1" presStyleIdx="2" presStyleCnt="3" custScaleX="157723" custScaleY="141650" custLinFactNeighborX="-22105" custLinFactNeighborY="22540"/>
      <dgm:spPr/>
      <dgm:t>
        <a:bodyPr/>
        <a:lstStyle/>
        <a:p>
          <a:endParaRPr lang="en-US"/>
        </a:p>
      </dgm:t>
    </dgm:pt>
    <dgm:pt modelId="{0C62F677-D489-4041-8043-A2D5EBFADD2B}" type="pres">
      <dgm:prSet presAssocID="{2653CF43-058F-46E4-BE15-C64BD4E14F5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C3FD22C-D103-49D6-A075-DE36EE63E8A6}" type="presOf" srcId="{2BE49F5A-6C13-4A63-BA11-95A38E59ED4C}" destId="{036E8D08-A179-49F4-9EB4-D7ABC187ED10}" srcOrd="0" destOrd="0" presId="urn:microsoft.com/office/officeart/2005/8/layout/venn1"/>
    <dgm:cxn modelId="{31355FCC-E28B-44A4-B427-03FB3189B026}" type="presOf" srcId="{DB3BA2F6-2395-4016-AABE-6A4908809870}" destId="{25CA99E8-C528-4AF8-B6F2-D522D84AA1C5}" srcOrd="1" destOrd="0" presId="urn:microsoft.com/office/officeart/2005/8/layout/venn1"/>
    <dgm:cxn modelId="{0D12902C-9702-48CC-BD26-9040B6DF085A}" type="presOf" srcId="{2653CF43-058F-46E4-BE15-C64BD4E14F5D}" destId="{5313B29A-3786-469D-A3E3-8FC328E62592}" srcOrd="0" destOrd="0" presId="urn:microsoft.com/office/officeart/2005/8/layout/venn1"/>
    <dgm:cxn modelId="{BADD3294-19BF-479B-B9E9-CB5A0B2AA1E9}" srcId="{2BE49F5A-6C13-4A63-BA11-95A38E59ED4C}" destId="{2653CF43-058F-46E4-BE15-C64BD4E14F5D}" srcOrd="2" destOrd="0" parTransId="{CCB9C0B7-5984-4612-BF0F-FCF38B532E1B}" sibTransId="{6DA93BCC-57C0-4989-A7A1-B63B4A97CF95}"/>
    <dgm:cxn modelId="{49323E4E-096F-42E6-A014-115EF82C4029}" type="presOf" srcId="{EBA68E10-C5DF-4C4E-8B9E-157AD5F6B46C}" destId="{3F1AED59-7B27-4E85-8A81-1C31E66E566A}" srcOrd="1" destOrd="0" presId="urn:microsoft.com/office/officeart/2005/8/layout/venn1"/>
    <dgm:cxn modelId="{E9E8E785-CE79-4F9C-9244-ACC5EBC5A2CE}" type="presOf" srcId="{EBA68E10-C5DF-4C4E-8B9E-157AD5F6B46C}" destId="{342BEC5A-B068-4CF5-AFE4-D1788A9054E4}" srcOrd="0" destOrd="0" presId="urn:microsoft.com/office/officeart/2005/8/layout/venn1"/>
    <dgm:cxn modelId="{C7A4BEA3-A747-4F3F-8305-FA23D9996F6D}" type="presOf" srcId="{2653CF43-058F-46E4-BE15-C64BD4E14F5D}" destId="{0C62F677-D489-4041-8043-A2D5EBFADD2B}" srcOrd="1" destOrd="0" presId="urn:microsoft.com/office/officeart/2005/8/layout/venn1"/>
    <dgm:cxn modelId="{A8DBC17A-6537-4E68-8A2D-97AF3B982454}" srcId="{2BE49F5A-6C13-4A63-BA11-95A38E59ED4C}" destId="{DB3BA2F6-2395-4016-AABE-6A4908809870}" srcOrd="1" destOrd="0" parTransId="{95CD8AE8-671C-44AD-9B88-6765D80C1808}" sibTransId="{8FC761BB-F564-4FD5-9C67-A5BAB40B5120}"/>
    <dgm:cxn modelId="{9573EAD2-EEE8-40FE-91CA-4F2196AC08F1}" type="presOf" srcId="{DB3BA2F6-2395-4016-AABE-6A4908809870}" destId="{F2C153BC-AB32-4B9B-AB71-8009915A473C}" srcOrd="0" destOrd="0" presId="urn:microsoft.com/office/officeart/2005/8/layout/venn1"/>
    <dgm:cxn modelId="{FBB8CFE6-5E37-4A5C-88F3-22015F4CD2C5}" srcId="{2BE49F5A-6C13-4A63-BA11-95A38E59ED4C}" destId="{EBA68E10-C5DF-4C4E-8B9E-157AD5F6B46C}" srcOrd="0" destOrd="0" parTransId="{FD6A7E49-9F27-41DB-8369-59C2A04FAB58}" sibTransId="{436EE9C5-4B95-4036-B3A1-3020C4636196}"/>
    <dgm:cxn modelId="{D5A113DC-0648-470B-A7DB-DA8FE55B3CE6}" type="presParOf" srcId="{036E8D08-A179-49F4-9EB4-D7ABC187ED10}" destId="{342BEC5A-B068-4CF5-AFE4-D1788A9054E4}" srcOrd="0" destOrd="0" presId="urn:microsoft.com/office/officeart/2005/8/layout/venn1"/>
    <dgm:cxn modelId="{23630FF2-927F-41E4-B6F7-739093062225}" type="presParOf" srcId="{036E8D08-A179-49F4-9EB4-D7ABC187ED10}" destId="{3F1AED59-7B27-4E85-8A81-1C31E66E566A}" srcOrd="1" destOrd="0" presId="urn:microsoft.com/office/officeart/2005/8/layout/venn1"/>
    <dgm:cxn modelId="{320C28D0-BFA9-4C82-B59A-4FD7099A00BC}" type="presParOf" srcId="{036E8D08-A179-49F4-9EB4-D7ABC187ED10}" destId="{F2C153BC-AB32-4B9B-AB71-8009915A473C}" srcOrd="2" destOrd="0" presId="urn:microsoft.com/office/officeart/2005/8/layout/venn1"/>
    <dgm:cxn modelId="{4E697A3C-CAF7-4837-AB2F-D42F83BD5E47}" type="presParOf" srcId="{036E8D08-A179-49F4-9EB4-D7ABC187ED10}" destId="{25CA99E8-C528-4AF8-B6F2-D522D84AA1C5}" srcOrd="3" destOrd="0" presId="urn:microsoft.com/office/officeart/2005/8/layout/venn1"/>
    <dgm:cxn modelId="{5D87F411-F838-4436-986A-A809968AE9E5}" type="presParOf" srcId="{036E8D08-A179-49F4-9EB4-D7ABC187ED10}" destId="{5313B29A-3786-469D-A3E3-8FC328E62592}" srcOrd="4" destOrd="0" presId="urn:microsoft.com/office/officeart/2005/8/layout/venn1"/>
    <dgm:cxn modelId="{C5F55865-DC78-44EB-BB52-82C92D3449AE}" type="presParOf" srcId="{036E8D08-A179-49F4-9EB4-D7ABC187ED10}" destId="{0C62F677-D489-4041-8043-A2D5EBFADD2B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25BC0-2987-4B85-8FDE-F8D44B5A83DD}">
      <dsp:nvSpPr>
        <dsp:cNvPr id="0" name=""/>
        <dsp:cNvSpPr/>
      </dsp:nvSpPr>
      <dsp:spPr>
        <a:xfrm rot="5400000">
          <a:off x="851985" y="714372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8F408-0CC3-4566-850E-0BDC1B5E737C}">
      <dsp:nvSpPr>
        <dsp:cNvPr id="0" name=""/>
        <dsp:cNvSpPr/>
      </dsp:nvSpPr>
      <dsp:spPr>
        <a:xfrm>
          <a:off x="1106869" y="30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1" kern="1200" dirty="0">
              <a:solidFill>
                <a:srgbClr val="FFFF00"/>
              </a:solidFill>
            </a:rPr>
            <a:t>Early Use of Mobile Phones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1133168" y="26329"/>
        <a:ext cx="1443907" cy="845305"/>
      </dsp:txXfrm>
    </dsp:sp>
    <dsp:sp modelId="{D840FB80-3048-4738-BDEC-0578F4F601E6}">
      <dsp:nvSpPr>
        <dsp:cNvPr id="0" name=""/>
        <dsp:cNvSpPr/>
      </dsp:nvSpPr>
      <dsp:spPr>
        <a:xfrm rot="5400000">
          <a:off x="851985" y="1836751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1BD9A-D905-4517-B8EC-0C46649A1D51}">
      <dsp:nvSpPr>
        <dsp:cNvPr id="0" name=""/>
        <dsp:cNvSpPr/>
      </dsp:nvSpPr>
      <dsp:spPr>
        <a:xfrm>
          <a:off x="1106869" y="1122408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Mostly used for emergencies and business</a:t>
          </a:r>
        </a:p>
      </dsp:txBody>
      <dsp:txXfrm>
        <a:off x="1133168" y="1148707"/>
        <a:ext cx="1443907" cy="845305"/>
      </dsp:txXfrm>
    </dsp:sp>
    <dsp:sp modelId="{FB6F3507-2B5D-4104-BA8A-AA40D56C33D9}">
      <dsp:nvSpPr>
        <dsp:cNvPr id="0" name=""/>
        <dsp:cNvSpPr/>
      </dsp:nvSpPr>
      <dsp:spPr>
        <a:xfrm>
          <a:off x="1413175" y="2397940"/>
          <a:ext cx="1983346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120EC-C21F-4E3E-B008-CFFE9EE19AAF}">
      <dsp:nvSpPr>
        <dsp:cNvPr id="0" name=""/>
        <dsp:cNvSpPr/>
      </dsp:nvSpPr>
      <dsp:spPr>
        <a:xfrm>
          <a:off x="1106869" y="2244787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Considered a luxury device</a:t>
          </a:r>
        </a:p>
      </dsp:txBody>
      <dsp:txXfrm>
        <a:off x="1133168" y="2271086"/>
        <a:ext cx="1443907" cy="845305"/>
      </dsp:txXfrm>
    </dsp:sp>
    <dsp:sp modelId="{BF64CB01-5C1D-4A22-B3DC-235ADA119918}">
      <dsp:nvSpPr>
        <dsp:cNvPr id="0" name=""/>
        <dsp:cNvSpPr/>
      </dsp:nvSpPr>
      <dsp:spPr>
        <a:xfrm rot="16200000">
          <a:off x="2842337" y="1836751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A196A-BC13-49FF-99A7-C960B64CABBA}">
      <dsp:nvSpPr>
        <dsp:cNvPr id="0" name=""/>
        <dsp:cNvSpPr/>
      </dsp:nvSpPr>
      <dsp:spPr>
        <a:xfrm>
          <a:off x="3097220" y="2244787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Used by executives and professionals on the move</a:t>
          </a:r>
        </a:p>
      </dsp:txBody>
      <dsp:txXfrm>
        <a:off x="3123519" y="2271086"/>
        <a:ext cx="1443907" cy="845305"/>
      </dsp:txXfrm>
    </dsp:sp>
    <dsp:sp modelId="{5C282643-E730-4B1C-ACDA-3048AAB143D7}">
      <dsp:nvSpPr>
        <dsp:cNvPr id="0" name=""/>
        <dsp:cNvSpPr/>
      </dsp:nvSpPr>
      <dsp:spPr>
        <a:xfrm rot="16200000">
          <a:off x="2842337" y="714372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F8B90-8645-4AAD-BC99-35B1138EF108}">
      <dsp:nvSpPr>
        <dsp:cNvPr id="0" name=""/>
        <dsp:cNvSpPr/>
      </dsp:nvSpPr>
      <dsp:spPr>
        <a:xfrm>
          <a:off x="3097220" y="1122408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rgbClr val="FFFF00"/>
              </a:solidFill>
            </a:rPr>
            <a:t>Rise of 1G Networks (1980s)</a:t>
          </a:r>
          <a:endParaRPr lang="en-US" sz="1400" kern="1200" dirty="0">
            <a:solidFill>
              <a:srgbClr val="FFFF00"/>
            </a:solidFill>
          </a:endParaRPr>
        </a:p>
      </dsp:txBody>
      <dsp:txXfrm>
        <a:off x="3123519" y="1148707"/>
        <a:ext cx="1443907" cy="845305"/>
      </dsp:txXfrm>
    </dsp:sp>
    <dsp:sp modelId="{CB32DF4D-562D-449B-9781-92907FDC4B9A}">
      <dsp:nvSpPr>
        <dsp:cNvPr id="0" name=""/>
        <dsp:cNvSpPr/>
      </dsp:nvSpPr>
      <dsp:spPr>
        <a:xfrm>
          <a:off x="3403526" y="153183"/>
          <a:ext cx="1983346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857318-3EEF-4497-AF97-3A7FF5EE1A02}">
      <dsp:nvSpPr>
        <dsp:cNvPr id="0" name=""/>
        <dsp:cNvSpPr/>
      </dsp:nvSpPr>
      <dsp:spPr>
        <a:xfrm>
          <a:off x="3097220" y="30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Analog mobile networks enabled wider use</a:t>
          </a:r>
        </a:p>
      </dsp:txBody>
      <dsp:txXfrm>
        <a:off x="3123519" y="26329"/>
        <a:ext cx="1443907" cy="845305"/>
      </dsp:txXfrm>
    </dsp:sp>
    <dsp:sp modelId="{FE86B248-67AD-4EBE-A15A-9EB912CD2CF6}">
      <dsp:nvSpPr>
        <dsp:cNvPr id="0" name=""/>
        <dsp:cNvSpPr/>
      </dsp:nvSpPr>
      <dsp:spPr>
        <a:xfrm rot="5400000">
          <a:off x="4832689" y="714372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A0656-CF7F-418B-B5D2-DAB6AE5294B6}">
      <dsp:nvSpPr>
        <dsp:cNvPr id="0" name=""/>
        <dsp:cNvSpPr/>
      </dsp:nvSpPr>
      <dsp:spPr>
        <a:xfrm>
          <a:off x="5087572" y="30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Phones became smaller and slightly cheaper</a:t>
          </a:r>
        </a:p>
      </dsp:txBody>
      <dsp:txXfrm>
        <a:off x="5113871" y="26329"/>
        <a:ext cx="1443907" cy="845305"/>
      </dsp:txXfrm>
    </dsp:sp>
    <dsp:sp modelId="{6E51B247-D207-45DD-8206-5F1855891B98}">
      <dsp:nvSpPr>
        <dsp:cNvPr id="0" name=""/>
        <dsp:cNvSpPr/>
      </dsp:nvSpPr>
      <dsp:spPr>
        <a:xfrm rot="5400000">
          <a:off x="4832689" y="1836751"/>
          <a:ext cx="1115373" cy="134685"/>
        </a:xfrm>
        <a:prstGeom prst="rect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25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ADDBC-5E88-4F25-B5AD-CD543E4093A1}">
      <dsp:nvSpPr>
        <dsp:cNvPr id="0" name=""/>
        <dsp:cNvSpPr/>
      </dsp:nvSpPr>
      <dsp:spPr>
        <a:xfrm>
          <a:off x="5087572" y="1122408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People could make calls away from landlines</a:t>
          </a:r>
        </a:p>
      </dsp:txBody>
      <dsp:txXfrm>
        <a:off x="5113871" y="1148707"/>
        <a:ext cx="1443907" cy="845305"/>
      </dsp:txXfrm>
    </dsp:sp>
    <dsp:sp modelId="{C87D0106-E4EB-4208-91AC-744C2BA1BDB3}">
      <dsp:nvSpPr>
        <dsp:cNvPr id="0" name=""/>
        <dsp:cNvSpPr/>
      </dsp:nvSpPr>
      <dsp:spPr>
        <a:xfrm>
          <a:off x="5087572" y="2244787"/>
          <a:ext cx="1496505" cy="8979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bg2"/>
              </a:solidFill>
            </a:rPr>
            <a:t>Felt like a “superpower” to own one</a:t>
          </a:r>
        </a:p>
      </dsp:txBody>
      <dsp:txXfrm>
        <a:off x="5113871" y="2271086"/>
        <a:ext cx="1443907" cy="845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81F0F-AE4E-4354-80E0-C0774483FD4C}">
      <dsp:nvSpPr>
        <dsp:cNvPr id="0" name=""/>
        <dsp:cNvSpPr/>
      </dsp:nvSpPr>
      <dsp:spPr>
        <a:xfrm>
          <a:off x="2634343" y="738841"/>
          <a:ext cx="1785995" cy="3099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983"/>
              </a:lnTo>
              <a:lnTo>
                <a:pt x="1785995" y="154983"/>
              </a:lnTo>
              <a:lnTo>
                <a:pt x="1785995" y="30996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661931-9C0E-4F9C-A4F1-0B2F7B338188}">
      <dsp:nvSpPr>
        <dsp:cNvPr id="0" name=""/>
        <dsp:cNvSpPr/>
      </dsp:nvSpPr>
      <dsp:spPr>
        <a:xfrm>
          <a:off x="2588622" y="738841"/>
          <a:ext cx="91440" cy="3099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996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7FB1D-9B0D-4ADD-8385-95A73B5ECEAF}">
      <dsp:nvSpPr>
        <dsp:cNvPr id="0" name=""/>
        <dsp:cNvSpPr/>
      </dsp:nvSpPr>
      <dsp:spPr>
        <a:xfrm>
          <a:off x="848347" y="738841"/>
          <a:ext cx="1785995" cy="309966"/>
        </a:xfrm>
        <a:custGeom>
          <a:avLst/>
          <a:gdLst/>
          <a:ahLst/>
          <a:cxnLst/>
          <a:rect l="0" t="0" r="0" b="0"/>
          <a:pathLst>
            <a:path>
              <a:moveTo>
                <a:pt x="1785995" y="0"/>
              </a:moveTo>
              <a:lnTo>
                <a:pt x="1785995" y="154983"/>
              </a:lnTo>
              <a:lnTo>
                <a:pt x="0" y="154983"/>
              </a:lnTo>
              <a:lnTo>
                <a:pt x="0" y="30996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EA778-8536-403B-A02A-EBDD1F8D6DB2}">
      <dsp:nvSpPr>
        <dsp:cNvPr id="0" name=""/>
        <dsp:cNvSpPr/>
      </dsp:nvSpPr>
      <dsp:spPr>
        <a:xfrm>
          <a:off x="110332" y="827"/>
          <a:ext cx="1476029" cy="7380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Responsible Mobile Use</a:t>
          </a:r>
          <a:endParaRPr lang="en-AU" sz="1400" kern="1200" dirty="0"/>
        </a:p>
      </dsp:txBody>
      <dsp:txXfrm>
        <a:off x="110332" y="827"/>
        <a:ext cx="1476029" cy="738014"/>
      </dsp:txXfrm>
    </dsp:sp>
    <dsp:sp modelId="{ECB8037F-6692-4CE6-8DE1-F8D51F2F12A3}">
      <dsp:nvSpPr>
        <dsp:cNvPr id="0" name=""/>
        <dsp:cNvSpPr/>
      </dsp:nvSpPr>
      <dsp:spPr>
        <a:xfrm>
          <a:off x="1896328" y="827"/>
          <a:ext cx="1476029" cy="7380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Set boundaries:</a:t>
          </a:r>
          <a:endParaRPr lang="en-AU" sz="1400" kern="1200" dirty="0"/>
        </a:p>
      </dsp:txBody>
      <dsp:txXfrm>
        <a:off x="1896328" y="827"/>
        <a:ext cx="1476029" cy="738014"/>
      </dsp:txXfrm>
    </dsp:sp>
    <dsp:sp modelId="{892DCB21-2D50-49CD-BFFE-5589BEDC0449}">
      <dsp:nvSpPr>
        <dsp:cNvPr id="0" name=""/>
        <dsp:cNvSpPr/>
      </dsp:nvSpPr>
      <dsp:spPr>
        <a:xfrm>
          <a:off x="110332" y="1048808"/>
          <a:ext cx="1476029" cy="7380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Limit screen time</a:t>
          </a:r>
          <a:endParaRPr lang="en-AU" sz="1400" kern="1200"/>
        </a:p>
      </dsp:txBody>
      <dsp:txXfrm>
        <a:off x="110332" y="1048808"/>
        <a:ext cx="1476029" cy="738014"/>
      </dsp:txXfrm>
    </dsp:sp>
    <dsp:sp modelId="{B5B5BBA1-771F-479E-A496-50F616E402CB}">
      <dsp:nvSpPr>
        <dsp:cNvPr id="0" name=""/>
        <dsp:cNvSpPr/>
      </dsp:nvSpPr>
      <dsp:spPr>
        <a:xfrm>
          <a:off x="1896328" y="1048808"/>
          <a:ext cx="1476029" cy="7380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Avoid negative online spaces</a:t>
          </a:r>
          <a:endParaRPr lang="en-AU" sz="1400" kern="1200"/>
        </a:p>
      </dsp:txBody>
      <dsp:txXfrm>
        <a:off x="1896328" y="1048808"/>
        <a:ext cx="1476029" cy="738014"/>
      </dsp:txXfrm>
    </dsp:sp>
    <dsp:sp modelId="{AEB65555-DE22-41CE-9683-1DE073795596}">
      <dsp:nvSpPr>
        <dsp:cNvPr id="0" name=""/>
        <dsp:cNvSpPr/>
      </dsp:nvSpPr>
      <dsp:spPr>
        <a:xfrm>
          <a:off x="3682324" y="1048808"/>
          <a:ext cx="1476029" cy="7380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Focus on real-life relationships</a:t>
          </a:r>
          <a:endParaRPr lang="en-AU" sz="1400" kern="1200"/>
        </a:p>
      </dsp:txBody>
      <dsp:txXfrm>
        <a:off x="3682324" y="1048808"/>
        <a:ext cx="1476029" cy="738014"/>
      </dsp:txXfrm>
    </dsp:sp>
    <dsp:sp modelId="{DB794F43-AC83-4341-AC74-86785994FB1B}">
      <dsp:nvSpPr>
        <dsp:cNvPr id="0" name=""/>
        <dsp:cNvSpPr/>
      </dsp:nvSpPr>
      <dsp:spPr>
        <a:xfrm>
          <a:off x="3682324" y="827"/>
          <a:ext cx="1476029" cy="7380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Parents and schools should guide responsible phone use</a:t>
          </a:r>
          <a:endParaRPr lang="en-AU" sz="1400" kern="1200"/>
        </a:p>
      </dsp:txBody>
      <dsp:txXfrm>
        <a:off x="3682324" y="827"/>
        <a:ext cx="1476029" cy="738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ACB6B-881B-4A61-806E-4680D2326CB6}">
      <dsp:nvSpPr>
        <dsp:cNvPr id="0" name=""/>
        <dsp:cNvSpPr/>
      </dsp:nvSpPr>
      <dsp:spPr>
        <a:xfrm>
          <a:off x="1131656" y="562"/>
          <a:ext cx="1476203" cy="147620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/>
            <a:t>Addiction &amp; Mental Health</a:t>
          </a:r>
          <a:endParaRPr lang="en-AU" sz="1050" kern="1200" dirty="0"/>
        </a:p>
      </dsp:txBody>
      <dsp:txXfrm>
        <a:off x="1347841" y="216747"/>
        <a:ext cx="1043833" cy="1043833"/>
      </dsp:txXfrm>
    </dsp:sp>
    <dsp:sp modelId="{A8A552FC-F569-4A4F-83AC-B2E122C38586}">
      <dsp:nvSpPr>
        <dsp:cNvPr id="0" name=""/>
        <dsp:cNvSpPr/>
      </dsp:nvSpPr>
      <dsp:spPr>
        <a:xfrm>
          <a:off x="2829290" y="464090"/>
          <a:ext cx="469432" cy="54914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2600" kern="1200"/>
        </a:p>
      </dsp:txBody>
      <dsp:txXfrm>
        <a:off x="2829290" y="573919"/>
        <a:ext cx="328602" cy="329489"/>
      </dsp:txXfrm>
    </dsp:sp>
    <dsp:sp modelId="{EF1B24D2-29B7-463E-B861-9B166144C978}">
      <dsp:nvSpPr>
        <dsp:cNvPr id="0" name=""/>
        <dsp:cNvSpPr/>
      </dsp:nvSpPr>
      <dsp:spPr>
        <a:xfrm>
          <a:off x="3493582" y="562"/>
          <a:ext cx="1476203" cy="1476203"/>
        </a:xfrm>
        <a:prstGeom prst="ellipse">
          <a:avLst/>
        </a:prstGeom>
        <a:gradFill rotWithShape="0">
          <a:gsLst>
            <a:gs pos="0">
              <a:schemeClr val="accent4">
                <a:hueOff val="-19197957"/>
                <a:satOff val="14879"/>
                <a:lumOff val="392"/>
                <a:alphaOff val="0"/>
                <a:tint val="58000"/>
                <a:satMod val="108000"/>
                <a:lumMod val="110000"/>
              </a:schemeClr>
            </a:gs>
            <a:gs pos="100000">
              <a:schemeClr val="accent4">
                <a:hueOff val="-19197957"/>
                <a:satOff val="14879"/>
                <a:lumOff val="392"/>
                <a:alphaOff val="0"/>
                <a:tint val="81000"/>
                <a:satMod val="109000"/>
                <a:lumMod val="105000"/>
              </a:schemeClr>
            </a:gs>
          </a:gsLst>
          <a:lin ang="504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Over-reliance on phones linked to:</a:t>
          </a:r>
          <a:endParaRPr lang="en-AU" sz="105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/>
            <a:t>Loneliness</a:t>
          </a:r>
          <a:endParaRPr lang="en-A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/>
            <a:t>Anxiety and depression</a:t>
          </a:r>
          <a:endParaRPr lang="en-A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/>
            <a:t>Neglect of real-life relationships and responsibilities</a:t>
          </a:r>
          <a:endParaRPr lang="en-AU" sz="900" kern="1200" dirty="0"/>
        </a:p>
      </dsp:txBody>
      <dsp:txXfrm>
        <a:off x="3709767" y="216747"/>
        <a:ext cx="1043833" cy="10438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BEC5A-B068-4CF5-AFE4-D1788A9054E4}">
      <dsp:nvSpPr>
        <dsp:cNvPr id="0" name=""/>
        <dsp:cNvSpPr/>
      </dsp:nvSpPr>
      <dsp:spPr>
        <a:xfrm>
          <a:off x="2215613" y="-160337"/>
          <a:ext cx="1798895" cy="15664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/>
            <a:t>Conclusion</a:t>
          </a:r>
          <a:endParaRPr lang="en-AU" sz="1200" kern="1200" dirty="0"/>
        </a:p>
      </dsp:txBody>
      <dsp:txXfrm>
        <a:off x="2455466" y="113795"/>
        <a:ext cx="1319190" cy="704911"/>
      </dsp:txXfrm>
    </dsp:sp>
    <dsp:sp modelId="{F2C153BC-AB32-4B9B-AB71-8009915A473C}">
      <dsp:nvSpPr>
        <dsp:cNvPr id="0" name=""/>
        <dsp:cNvSpPr/>
      </dsp:nvSpPr>
      <dsp:spPr>
        <a:xfrm>
          <a:off x="3045553" y="541012"/>
          <a:ext cx="1714688" cy="15895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Mobile phones are powerful tools for connection but can cause isolation and mental health issues if misused</a:t>
          </a:r>
          <a:endParaRPr lang="en-AU" sz="1000" b="1" kern="1200" dirty="0"/>
        </a:p>
      </dsp:txBody>
      <dsp:txXfrm>
        <a:off x="3569962" y="951658"/>
        <a:ext cx="1028812" cy="874278"/>
      </dsp:txXfrm>
    </dsp:sp>
    <dsp:sp modelId="{5313B29A-3786-469D-A3E3-8FC328E62592}">
      <dsp:nvSpPr>
        <dsp:cNvPr id="0" name=""/>
        <dsp:cNvSpPr/>
      </dsp:nvSpPr>
      <dsp:spPr>
        <a:xfrm>
          <a:off x="1459515" y="523756"/>
          <a:ext cx="1878304" cy="16868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Balanced usage is key for maintaining healthy social and emotional life</a:t>
          </a:r>
          <a:endParaRPr lang="en-AU" sz="1000" b="1" kern="1200" dirty="0"/>
        </a:p>
      </dsp:txBody>
      <dsp:txXfrm>
        <a:off x="1636388" y="959537"/>
        <a:ext cx="1126982" cy="927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48ACF-AD09-401D-8078-200FD3944A3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819CE-050C-4597-B55D-D48FE1B4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3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819CE-050C-4597-B55D-D48FE1B4A9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58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04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80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02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90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48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79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8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61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567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295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1212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6041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345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05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509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30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15093-B682-466F-B6FC-06F74162CB8D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0CEF8-59B5-47E6-8838-FBD0EFFA2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10486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training.safetyculture.com/ppt/security-training-powerpoin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fity.club/lists/e/evolution-of-the-cell-phone-timeline/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820D180-E788-A483-EE52-0F84A048DE4E}"/>
              </a:ext>
            </a:extLst>
          </p:cNvPr>
          <p:cNvSpPr txBox="1"/>
          <p:nvPr/>
        </p:nvSpPr>
        <p:spPr>
          <a:xfrm>
            <a:off x="2873829" y="232993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lang="en-AU" sz="8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30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xmlns="" id="{F5DD4319-8384-1CB7-A8EE-8097654F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5207031" y="2382245"/>
            <a:ext cx="4568215" cy="350651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846B6B4-F138-CF76-AB72-50F5422A6312}"/>
              </a:ext>
            </a:extLst>
          </p:cNvPr>
          <p:cNvSpPr txBox="1"/>
          <p:nvPr/>
        </p:nvSpPr>
        <p:spPr>
          <a:xfrm>
            <a:off x="1943071" y="634585"/>
            <a:ext cx="70566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Mobile Phone</a:t>
            </a:r>
          </a:p>
        </p:txBody>
      </p:sp>
      <p:pic>
        <p:nvPicPr>
          <p:cNvPr id="1026" name="Picture 2" descr="Sponsors - International Conference on Electrical ...">
            <a:extLst>
              <a:ext uri="{FF2B5EF4-FFF2-40B4-BE49-F238E27FC236}">
                <a16:creationId xmlns:a16="http://schemas.microsoft.com/office/drawing/2014/main" xmlns="" id="{DDD12909-9A8F-DAE6-95E6-DEC38024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582" y="281874"/>
            <a:ext cx="1902772" cy="173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8480E14-8A6E-A7F1-80B1-E9561039B8B4}"/>
              </a:ext>
            </a:extLst>
          </p:cNvPr>
          <p:cNvSpPr txBox="1"/>
          <p:nvPr/>
        </p:nvSpPr>
        <p:spPr>
          <a:xfrm>
            <a:off x="657201" y="1613335"/>
            <a:ext cx="6155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/>
              <a:t>Presented By</a:t>
            </a:r>
            <a:r>
              <a:rPr lang="en-AU" sz="3600" b="1" dirty="0"/>
              <a:t>: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AU" dirty="0"/>
              <a:t>HUMA IMAM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AU" dirty="0"/>
              <a:t>ABDUL HADI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AU" dirty="0"/>
              <a:t>MUHAMMAD FAIZAN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AU" dirty="0"/>
              <a:t>MUHAMMAD ABDUALLAH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AU" dirty="0"/>
              <a:t>ABDUL REHMAN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AU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9AC10ED-DE12-A1C5-7990-8B6603AC3A92}"/>
              </a:ext>
            </a:extLst>
          </p:cNvPr>
          <p:cNvSpPr txBox="1"/>
          <p:nvPr/>
        </p:nvSpPr>
        <p:spPr>
          <a:xfrm>
            <a:off x="657201" y="3980549"/>
            <a:ext cx="615587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/>
              <a:t>Class / Section: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(2025-GA-25) / (A)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(2025-GA-51) / (A)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(2025-GA-11) / (A)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(2025-GA10) / (A)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/>
              <a:t>(2025-GA-46) / (A)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AU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AU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8980A30-4A8F-BD4C-A06E-300AF54B2353}"/>
              </a:ext>
            </a:extLst>
          </p:cNvPr>
          <p:cNvSpPr txBox="1"/>
          <p:nvPr/>
        </p:nvSpPr>
        <p:spPr>
          <a:xfrm>
            <a:off x="620587" y="5888764"/>
            <a:ext cx="6155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dirty="0"/>
              <a:t>Date: </a:t>
            </a:r>
            <a:r>
              <a:rPr lang="en-AU" dirty="0"/>
              <a:t>18/11/2025</a:t>
            </a:r>
            <a:r>
              <a:rPr lang="en-AU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5668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5B367C29-5200-4FF1-83B7-18B105A0BD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EC711491-7BB6-4BE6-A470-44BF61D562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FE4F104B-68BE-4E53-A6A5-5C5F93FF7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xmlns="" id="{EF4A7076-D6BC-4AE1-AE2C-C09B16AAB4C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xmlns="" id="{58FA119B-7250-4EC7-912F-F5613CC281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xmlns="" id="{7B9A9AED-D47E-44AD-AD6E-2EECC94D88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xmlns="" id="{00A30ECA-328D-4512-825B-0AD5960467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xmlns="" id="{14A218CE-B3D8-4A43-86CC-48980645AC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xmlns="" id="{E9743B7D-51BF-425C-A4B8-33B2E001EF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xmlns="" id="{9BA633B3-C879-4E15-B66C-788B4C60A1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xmlns="" id="{324C8953-B4E2-4DA0-B5D5-BD2A735E67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xmlns="" id="{717A3B65-FE80-419B-AB5D-48B5E3A7B4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xmlns="" id="{675ECD78-7D6B-4A3F-8163-392D7F8D69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xmlns="" id="{8D036282-E32F-461D-BFB6-2A58D6D27A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xmlns="" id="{F95EB10E-5264-467D-8382-A77C4DED251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xmlns="" id="{218F9268-D2F0-487B-A021-8786B65518D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xmlns="" id="{B4AEE5AC-EF5C-42E4-B185-A176E19976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xmlns="" id="{E961E89F-C1DB-48E5-8B52-FDDAED9E0E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xmlns="" id="{412962B4-425A-4C36-A65A-0F66ED7CD38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xmlns="" id="{037BE3F7-563A-4D9A-BC98-C71F727D23A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xmlns="" id="{2FDB1005-EB5E-475A-AC43-4ED3E563DEF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xmlns="" id="{68BFFBC6-C704-42A7-9D7E-AFB5C37FBDA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xmlns="" id="{4888EAD7-EBE9-4549-9A91-6FEC611536F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xmlns="" id="{B79BC975-BE42-4B57-8335-1699BC0AB13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xmlns="" id="{3998B4F0-CA80-490A-A256-1600E7EA88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xmlns="" id="{2052C104-8168-487E-9044-454DA83AB2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xmlns="" id="{63ACA30B-5F59-400C-A7CE-D17B5647EE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xmlns="" id="{2E16F318-A142-4353-9949-B4E3A09FE0B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xmlns="" id="{8AE8DBB4-2468-4A78-A54D-FD77C5DC88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xmlns="" id="{B0E7CEF2-11E4-465C-8F1F-AA8367F96A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88B30AFD-E104-45DD-BFBB-5A41F1413B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xmlns="" id="{CE45A3DF-350B-4A5E-AEBE-F0F280AD037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xmlns="" id="{966D2640-A438-4FB6-B781-5A52DEC85C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xmlns="" id="{34E1EFFF-720C-4CC0-9F95-DD1DAF99AD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xmlns="" id="{EA7AB0E1-6C49-409D-86F5-BE00BDDFC0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xmlns="" id="{5D17598C-0C57-4F4E-8F6B-A2AD8071F8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xmlns="" id="{EBEBC0DC-F56F-48FE-824E-E9378C48976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xmlns="" id="{CC7FDCF1-1736-48A0-BDB2-87D6E09067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xmlns="" id="{2A650CF5-564F-44D1-AB08-6C500DD3CE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xmlns="" id="{3108FEFA-0402-4C1C-AE39-5ADC09402F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xmlns="" id="{340AE827-F344-464F-851C-E03AFC98DC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55" name="Round Diagonal Corner Rectangle 9">
            <a:extLst>
              <a:ext uri="{FF2B5EF4-FFF2-40B4-BE49-F238E27FC236}">
                <a16:creationId xmlns:a16="http://schemas.microsoft.com/office/drawing/2014/main" xmlns="" id="{14436AD2-BD0F-4545-B2E9-06007B35B8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ine of different cell phones&#10;&#10;AI-generated content may be incorrect.">
            <a:extLst>
              <a:ext uri="{FF2B5EF4-FFF2-40B4-BE49-F238E27FC236}">
                <a16:creationId xmlns:a16="http://schemas.microsoft.com/office/drawing/2014/main" xmlns="" id="{3E2CCBE2-1637-7852-8DD7-588A4CE7A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rcRect b="13802"/>
          <a:stretch>
            <a:fillRect/>
          </a:stretch>
        </p:blipFill>
        <p:spPr>
          <a:xfrm>
            <a:off x="991115" y="903288"/>
            <a:ext cx="5048883" cy="48609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023A7A8-DF66-97EA-3DD6-D91C4F186CF7}"/>
              </a:ext>
            </a:extLst>
          </p:cNvPr>
          <p:cNvSpPr txBox="1"/>
          <p:nvPr/>
        </p:nvSpPr>
        <p:spPr>
          <a:xfrm>
            <a:off x="6311704" y="621847"/>
            <a:ext cx="5053208" cy="5164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What is a mobile phone?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A mobile phone is a portable electronic device that allows you to make calls, send messages, and perform many other tasks such as using the internet, taking photos, watching videos, and using apps.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In simple words: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 mobile phone is a small computer that you can carry in your hand.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What can you do with a mobile phone?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Make and receive calls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Send and receive text messages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Use the internet (WhatsApp, YouTube, Google, Instagram, etc.)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Take photos and videos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Play games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dirty="0"/>
              <a:t>Do online banking, shopping, navigation, and much more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600" dirty="0"/>
              <a:t>Types of mobile phones: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600" dirty="0"/>
              <a:t>Basic phone: </a:t>
            </a:r>
            <a:r>
              <a:rPr lang="en-US" sz="1200" dirty="0"/>
              <a:t>Only for calls and SMS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Smartphone</a:t>
            </a:r>
            <a:r>
              <a:rPr lang="en-US" sz="1600" b="1" dirty="0">
                <a:solidFill>
                  <a:srgbClr val="FF0000"/>
                </a:solidFill>
              </a:rPr>
              <a:t>: </a:t>
            </a:r>
            <a:r>
              <a:rPr lang="en-US" sz="1400" dirty="0"/>
              <a:t>Touchscreen, internet, camera, apps, and many more features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6008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F715DA-B03F-A7C0-118C-07233927ACF0}"/>
              </a:ext>
            </a:extLst>
          </p:cNvPr>
          <p:cNvSpPr txBox="1"/>
          <p:nvPr/>
        </p:nvSpPr>
        <p:spPr>
          <a:xfrm>
            <a:off x="1066800" y="762000"/>
            <a:ext cx="807447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Mobile phone is one of the most used devices today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connects people across the world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Used for communication, education, entertainment and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Mobile is now a basic need in modern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than </a:t>
            </a:r>
            <a:r>
              <a:rPr lang="en-AU" dirty="0"/>
              <a:t>6.8 </a:t>
            </a:r>
            <a:r>
              <a:rPr lang="en-US" dirty="0"/>
              <a:t>billion people use this 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9B60FB0-A9EF-2C61-082F-603B7D4B3919}"/>
              </a:ext>
            </a:extLst>
          </p:cNvPr>
          <p:cNvSpPr txBox="1"/>
          <p:nvPr/>
        </p:nvSpPr>
        <p:spPr>
          <a:xfrm>
            <a:off x="1066800" y="2957623"/>
            <a:ext cx="610144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Early History of Mobile Phone:-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1973: </a:t>
            </a:r>
            <a:r>
              <a:rPr lang="en-AU" dirty="0"/>
              <a:t>First mobile phone call by Martin Cooper (Motorola) - weighed 2.4 kg.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1983: </a:t>
            </a:r>
            <a:r>
              <a:rPr lang="en-AU" dirty="0"/>
              <a:t>First commercial mobile phone, Motorola </a:t>
            </a:r>
            <a:r>
              <a:rPr lang="en-AU" dirty="0" err="1"/>
              <a:t>DynaTAC</a:t>
            </a:r>
            <a:r>
              <a:rPr lang="en-AU" dirty="0"/>
              <a:t> 8000X, launched (cost $3,995).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1990s: </a:t>
            </a:r>
            <a:r>
              <a:rPr lang="en-AU" dirty="0"/>
              <a:t>2G &amp; SMS introduced; phones became smaller, more accessible.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2007: </a:t>
            </a:r>
            <a:r>
              <a:rPr lang="en-AU" dirty="0"/>
              <a:t>iPhone (Apple) launched, transforming smartphones.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2010s: </a:t>
            </a:r>
            <a:r>
              <a:rPr lang="en-AU" dirty="0"/>
              <a:t>Android &amp; app ecosystems boom; mobile phones became ‘smart’.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90505F9A-725C-4FAB-0BBC-416C7985CA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2"/>
          <a:stretch>
            <a:fillRect/>
          </a:stretch>
        </p:blipFill>
        <p:spPr bwMode="auto">
          <a:xfrm>
            <a:off x="7713764" y="893927"/>
            <a:ext cx="3634238" cy="299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87BF61-E18E-8D7B-C17C-E91864DE970C}"/>
              </a:ext>
            </a:extLst>
          </p:cNvPr>
          <p:cNvSpPr txBox="1"/>
          <p:nvPr/>
        </p:nvSpPr>
        <p:spPr>
          <a:xfrm>
            <a:off x="7168242" y="4001498"/>
            <a:ext cx="61014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Note : </a:t>
            </a:r>
            <a:r>
              <a:rPr lang="en-AU" dirty="0"/>
              <a:t>The first mobile phone was developed by </a:t>
            </a:r>
          </a:p>
          <a:p>
            <a:r>
              <a:rPr lang="en-AU" b="1" dirty="0"/>
              <a:t>Martin Cooper </a:t>
            </a:r>
            <a:r>
              <a:rPr lang="en-AU" dirty="0"/>
              <a:t>and his team at </a:t>
            </a:r>
            <a:r>
              <a:rPr lang="en-AU" b="1" dirty="0"/>
              <a:t>Motorola.- Martin </a:t>
            </a:r>
          </a:p>
          <a:p>
            <a:r>
              <a:rPr lang="en-AU" b="1" dirty="0"/>
              <a:t>Cooper (</a:t>
            </a:r>
            <a:r>
              <a:rPr lang="en-AU" dirty="0"/>
              <a:t>credited as the inventor of the first</a:t>
            </a:r>
          </a:p>
          <a:p>
            <a:r>
              <a:rPr lang="en-AU" dirty="0"/>
              <a:t> handheld mobile phone</a:t>
            </a:r>
            <a:r>
              <a:rPr lang="en-AU" b="1" dirty="0"/>
              <a:t>)</a:t>
            </a:r>
            <a:r>
              <a:rPr lang="en-AU" dirty="0"/>
              <a:t> made the first public</a:t>
            </a:r>
          </a:p>
          <a:p>
            <a:r>
              <a:rPr lang="en-AU" dirty="0"/>
              <a:t> call on a mobile phone </a:t>
            </a:r>
            <a:r>
              <a:rPr lang="en-AU" b="1" dirty="0"/>
              <a:t>(April 3, 1973).</a:t>
            </a:r>
          </a:p>
        </p:txBody>
      </p:sp>
    </p:spTree>
    <p:extLst>
      <p:ext uri="{BB962C8B-B14F-4D97-AF65-F5344CB8AC3E}">
        <p14:creationId xmlns:p14="http://schemas.microsoft.com/office/powerpoint/2010/main" val="20334088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0D976396-8CE8-4BF2-9DC5-673B163BFD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44B4622-6C6D-4357-A6BF-4ADFA8DA21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63A6CB2A-1AFB-42D7-B4D3-09501FC35B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8" name="Rectangle 5">
                <a:extLst>
                  <a:ext uri="{FF2B5EF4-FFF2-40B4-BE49-F238E27FC236}">
                    <a16:creationId xmlns:a16="http://schemas.microsoft.com/office/drawing/2014/main" xmlns="" id="{19A439D3-6BFA-467E-9C22-BF0C1FD65D7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xmlns="" id="{593FFA50-28FC-4AF0-9495-DE41440E20D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xmlns="" id="{0FB68F07-772E-4629-8A61-40558325451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xmlns="" id="{171702FF-8A66-4576-99E0-BDC7F66921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xmlns="" id="{219C2ADE-5C69-47AA-8D54-BE49D729F89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xmlns="" id="{C487C228-6327-47B1-9104-758366F378C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xmlns="" id="{60D29978-A75A-4AD7-9CC0-4D7B319F6A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2">
                <a:extLst>
                  <a:ext uri="{FF2B5EF4-FFF2-40B4-BE49-F238E27FC236}">
                    <a16:creationId xmlns:a16="http://schemas.microsoft.com/office/drawing/2014/main" xmlns="" id="{98663D8F-6AE3-4218-8182-DAE2492F170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13">
                <a:extLst>
                  <a:ext uri="{FF2B5EF4-FFF2-40B4-BE49-F238E27FC236}">
                    <a16:creationId xmlns:a16="http://schemas.microsoft.com/office/drawing/2014/main" xmlns="" id="{014E41A5-C714-4745-9686-32FB4E4365A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Freeform 14">
                <a:extLst>
                  <a:ext uri="{FF2B5EF4-FFF2-40B4-BE49-F238E27FC236}">
                    <a16:creationId xmlns:a16="http://schemas.microsoft.com/office/drawing/2014/main" xmlns="" id="{EDE53C48-191C-4CFD-AB1D-FB59BFB483E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15">
                <a:extLst>
                  <a:ext uri="{FF2B5EF4-FFF2-40B4-BE49-F238E27FC236}">
                    <a16:creationId xmlns:a16="http://schemas.microsoft.com/office/drawing/2014/main" xmlns="" id="{9A3D5918-3D8D-466A-8957-6DCC2A825C6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Line 16">
                <a:extLst>
                  <a:ext uri="{FF2B5EF4-FFF2-40B4-BE49-F238E27FC236}">
                    <a16:creationId xmlns:a16="http://schemas.microsoft.com/office/drawing/2014/main" xmlns="" id="{654EFECB-3569-4BBF-9D95-4ACD81E62C6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17">
                <a:extLst>
                  <a:ext uri="{FF2B5EF4-FFF2-40B4-BE49-F238E27FC236}">
                    <a16:creationId xmlns:a16="http://schemas.microsoft.com/office/drawing/2014/main" xmlns="" id="{E56DFCE7-4DFC-4858-97A4-ABAF50983F5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18">
                <a:extLst>
                  <a:ext uri="{FF2B5EF4-FFF2-40B4-BE49-F238E27FC236}">
                    <a16:creationId xmlns:a16="http://schemas.microsoft.com/office/drawing/2014/main" xmlns="" id="{DCF8ABF1-40B7-44F4-A1BC-1E848A3835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19">
                <a:extLst>
                  <a:ext uri="{FF2B5EF4-FFF2-40B4-BE49-F238E27FC236}">
                    <a16:creationId xmlns:a16="http://schemas.microsoft.com/office/drawing/2014/main" xmlns="" id="{60D92462-1463-4854-9F70-C7B777DEF1E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20">
                <a:extLst>
                  <a:ext uri="{FF2B5EF4-FFF2-40B4-BE49-F238E27FC236}">
                    <a16:creationId xmlns:a16="http://schemas.microsoft.com/office/drawing/2014/main" xmlns="" id="{686E16F7-2865-4453-AC56-DC876A5B8EC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xmlns="" id="{ADB22857-7E4E-478F-9352-4890B7A5B19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2">
                <a:extLst>
                  <a:ext uri="{FF2B5EF4-FFF2-40B4-BE49-F238E27FC236}">
                    <a16:creationId xmlns:a16="http://schemas.microsoft.com/office/drawing/2014/main" xmlns="" id="{450AB6CE-E6F8-4D31-9ED2-5C5408A72D1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23">
                <a:extLst>
                  <a:ext uri="{FF2B5EF4-FFF2-40B4-BE49-F238E27FC236}">
                    <a16:creationId xmlns:a16="http://schemas.microsoft.com/office/drawing/2014/main" xmlns="" id="{C2627500-57B7-4F39-9460-E1CE4271806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24">
                <a:extLst>
                  <a:ext uri="{FF2B5EF4-FFF2-40B4-BE49-F238E27FC236}">
                    <a16:creationId xmlns:a16="http://schemas.microsoft.com/office/drawing/2014/main" xmlns="" id="{863C2166-F2F9-4CCF-9FC2-91A768C035B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8" name="Freeform 25">
                <a:extLst>
                  <a:ext uri="{FF2B5EF4-FFF2-40B4-BE49-F238E27FC236}">
                    <a16:creationId xmlns:a16="http://schemas.microsoft.com/office/drawing/2014/main" xmlns="" id="{F40FC89F-F227-4970-86FB-7A17897404C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Freeform 26">
                <a:extLst>
                  <a:ext uri="{FF2B5EF4-FFF2-40B4-BE49-F238E27FC236}">
                    <a16:creationId xmlns:a16="http://schemas.microsoft.com/office/drawing/2014/main" xmlns="" id="{468468EA-0FA9-44EB-B2C1-6893ABFACF2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0" name="Freeform 27">
                <a:extLst>
                  <a:ext uri="{FF2B5EF4-FFF2-40B4-BE49-F238E27FC236}">
                    <a16:creationId xmlns:a16="http://schemas.microsoft.com/office/drawing/2014/main" xmlns="" id="{A503597C-CCAD-49B3-BAFA-F4D71D817C1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" name="Freeform 28">
                <a:extLst>
                  <a:ext uri="{FF2B5EF4-FFF2-40B4-BE49-F238E27FC236}">
                    <a16:creationId xmlns:a16="http://schemas.microsoft.com/office/drawing/2014/main" xmlns="" id="{8B22EA19-D703-4E10-B794-58D6FF78ED6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xmlns="" id="{19FC3869-8130-40B9-9DF8-C269F5EDB18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xmlns="" id="{471DF0DF-0D8D-4BF4-B0FC-0C828813E8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4" name="Freeform 31">
                <a:extLst>
                  <a:ext uri="{FF2B5EF4-FFF2-40B4-BE49-F238E27FC236}">
                    <a16:creationId xmlns:a16="http://schemas.microsoft.com/office/drawing/2014/main" xmlns="" id="{DF28C461-B139-4B6F-B409-26F9E315843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38B3C18F-4FA0-40BA-B7A3-60A37711FC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8" name="Freeform 32">
                <a:extLst>
                  <a:ext uri="{FF2B5EF4-FFF2-40B4-BE49-F238E27FC236}">
                    <a16:creationId xmlns:a16="http://schemas.microsoft.com/office/drawing/2014/main" xmlns="" id="{111C211C-7FAF-452A-AAFC-C664199EA70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33">
                <a:extLst>
                  <a:ext uri="{FF2B5EF4-FFF2-40B4-BE49-F238E27FC236}">
                    <a16:creationId xmlns:a16="http://schemas.microsoft.com/office/drawing/2014/main" xmlns="" id="{3325D432-947F-4BC5-B6C4-CD6C8180A6E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Freeform 34">
                <a:extLst>
                  <a:ext uri="{FF2B5EF4-FFF2-40B4-BE49-F238E27FC236}">
                    <a16:creationId xmlns:a16="http://schemas.microsoft.com/office/drawing/2014/main" xmlns="" id="{C9F22CCB-3D63-42A9-917E-1677E92E044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xmlns="" id="{2BD44110-60CE-420C-9195-A26160C5B38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xmlns="" id="{FD0647CE-B225-45C3-A3FF-B2B2F008A0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37">
                <a:extLst>
                  <a:ext uri="{FF2B5EF4-FFF2-40B4-BE49-F238E27FC236}">
                    <a16:creationId xmlns:a16="http://schemas.microsoft.com/office/drawing/2014/main" xmlns="" id="{88472412-E163-4BB9-9D32-963604F346E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38">
                <a:extLst>
                  <a:ext uri="{FF2B5EF4-FFF2-40B4-BE49-F238E27FC236}">
                    <a16:creationId xmlns:a16="http://schemas.microsoft.com/office/drawing/2014/main" xmlns="" id="{F20CE1F8-C3D0-4B3A-85F6-DA59AA8908D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39">
                <a:extLst>
                  <a:ext uri="{FF2B5EF4-FFF2-40B4-BE49-F238E27FC236}">
                    <a16:creationId xmlns:a16="http://schemas.microsoft.com/office/drawing/2014/main" xmlns="" id="{706C22A0-01DE-486E-B0A9-66F5E7F46C3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40">
                <a:extLst>
                  <a:ext uri="{FF2B5EF4-FFF2-40B4-BE49-F238E27FC236}">
                    <a16:creationId xmlns:a16="http://schemas.microsoft.com/office/drawing/2014/main" xmlns="" id="{E3EA80D9-86C1-4171-A66F-DA17AF525F8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Rectangle 41">
                <a:extLst>
                  <a:ext uri="{FF2B5EF4-FFF2-40B4-BE49-F238E27FC236}">
                    <a16:creationId xmlns:a16="http://schemas.microsoft.com/office/drawing/2014/main" xmlns="" id="{025C50E7-1ACD-40F2-B61B-8C581A028ED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pic>
        <p:nvPicPr>
          <p:cNvPr id="56" name="Picture 2">
            <a:extLst>
              <a:ext uri="{FF2B5EF4-FFF2-40B4-BE49-F238E27FC236}">
                <a16:creationId xmlns:a16="http://schemas.microsoft.com/office/drawing/2014/main" xmlns="" id="{07D54E63-6018-454A-93F0-E71F2CAF75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xmlns="" id="{B76DCF88-9FB4-41A5-9112-2DACF647AB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xmlns="" id="{06F7EFA6-48F2-420F-82CA-8AA802FA61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xmlns="" id="{FA452E88-1FB3-4289-86E4-B0BB1AAE01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" name="Freeform 6">
                <a:extLst>
                  <a:ext uri="{FF2B5EF4-FFF2-40B4-BE49-F238E27FC236}">
                    <a16:creationId xmlns:a16="http://schemas.microsoft.com/office/drawing/2014/main" xmlns="" id="{66CFC533-08E0-41AA-B2AD-36657A395C5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3" name="Freeform 7">
                <a:extLst>
                  <a:ext uri="{FF2B5EF4-FFF2-40B4-BE49-F238E27FC236}">
                    <a16:creationId xmlns:a16="http://schemas.microsoft.com/office/drawing/2014/main" xmlns="" id="{0FD3CE26-31AC-4694-B3E9-1F7D2CFB2BD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4" name="Freeform 8">
                <a:extLst>
                  <a:ext uri="{FF2B5EF4-FFF2-40B4-BE49-F238E27FC236}">
                    <a16:creationId xmlns:a16="http://schemas.microsoft.com/office/drawing/2014/main" xmlns="" id="{3CA89DE8-5A37-4596-9C19-4D2A3D1730F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5" name="Freeform 9">
                <a:extLst>
                  <a:ext uri="{FF2B5EF4-FFF2-40B4-BE49-F238E27FC236}">
                    <a16:creationId xmlns:a16="http://schemas.microsoft.com/office/drawing/2014/main" xmlns="" id="{8C5D5490-BF3C-4679-B5F2-9E10CA0FDD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6" name="Freeform 10">
                <a:extLst>
                  <a:ext uri="{FF2B5EF4-FFF2-40B4-BE49-F238E27FC236}">
                    <a16:creationId xmlns:a16="http://schemas.microsoft.com/office/drawing/2014/main" xmlns="" id="{E2BB4F68-4B11-40C7-B70D-507E302B36F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xmlns="" id="{D32DD7E7-30ED-4C44-9AFB-D641492C62C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8" name="Freeform 12">
                <a:extLst>
                  <a:ext uri="{FF2B5EF4-FFF2-40B4-BE49-F238E27FC236}">
                    <a16:creationId xmlns:a16="http://schemas.microsoft.com/office/drawing/2014/main" xmlns="" id="{5A35898D-93D3-414D-9414-6E9948BFD2E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9" name="Freeform 13">
                <a:extLst>
                  <a:ext uri="{FF2B5EF4-FFF2-40B4-BE49-F238E27FC236}">
                    <a16:creationId xmlns:a16="http://schemas.microsoft.com/office/drawing/2014/main" xmlns="" id="{CCBD18B2-885C-4D39-BBF8-B25BD6240B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xmlns="" id="{2D7C1B8F-757D-4404-9084-1259E4CF3CC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1" name="Freeform 15">
                <a:extLst>
                  <a:ext uri="{FF2B5EF4-FFF2-40B4-BE49-F238E27FC236}">
                    <a16:creationId xmlns:a16="http://schemas.microsoft.com/office/drawing/2014/main" xmlns="" id="{D009D7B4-6B3E-4D8B-B171-DDC7E33C321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2" name="Line 16">
                <a:extLst>
                  <a:ext uri="{FF2B5EF4-FFF2-40B4-BE49-F238E27FC236}">
                    <a16:creationId xmlns:a16="http://schemas.microsoft.com/office/drawing/2014/main" xmlns="" id="{6BA54243-661C-40AB-9752-597FD75719D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xmlns="" id="{2024F2C0-F211-4AB1-8B2C-4583C883817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xmlns="" id="{ECA788FB-1175-4565-B00C-DCABADC6125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xmlns="" id="{12CF18FB-9E24-4B69-B810-97A5C90808B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xmlns="" id="{D734BB2E-A007-4F54-A7BB-0F4EE9D2F07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7" name="Rectangle 21">
                <a:extLst>
                  <a:ext uri="{FF2B5EF4-FFF2-40B4-BE49-F238E27FC236}">
                    <a16:creationId xmlns:a16="http://schemas.microsoft.com/office/drawing/2014/main" xmlns="" id="{7E290049-75AE-43A0-8203-D68C6B7C020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xmlns="" id="{CBAD5CE6-5699-4759-B1B6-EF20457BF69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xmlns="" id="{69C07EED-FD36-4060-A9A8-4E49F5ECDC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xmlns="" id="{7ED02DC3-00A5-45D0-94C5-31252B5BFBB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1" name="Freeform 25">
                <a:extLst>
                  <a:ext uri="{FF2B5EF4-FFF2-40B4-BE49-F238E27FC236}">
                    <a16:creationId xmlns:a16="http://schemas.microsoft.com/office/drawing/2014/main" xmlns="" id="{FBB1DD7B-20A9-4CE4-8C3F-4BACA4B15B4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xmlns="" id="{9212DCB8-6894-4996-A625-BD88764798E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3" name="Freeform 27">
                <a:extLst>
                  <a:ext uri="{FF2B5EF4-FFF2-40B4-BE49-F238E27FC236}">
                    <a16:creationId xmlns:a16="http://schemas.microsoft.com/office/drawing/2014/main" xmlns="" id="{2780A787-D6A2-488F-8216-5042F5F4E76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4" name="Freeform 28">
                <a:extLst>
                  <a:ext uri="{FF2B5EF4-FFF2-40B4-BE49-F238E27FC236}">
                    <a16:creationId xmlns:a16="http://schemas.microsoft.com/office/drawing/2014/main" xmlns="" id="{B7C6F9B6-0207-4245-A568-F1D5C1F939E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5" name="Freeform 29">
                <a:extLst>
                  <a:ext uri="{FF2B5EF4-FFF2-40B4-BE49-F238E27FC236}">
                    <a16:creationId xmlns:a16="http://schemas.microsoft.com/office/drawing/2014/main" xmlns="" id="{EC03E80E-65E6-43D2-800C-D3E5CEF16CA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6" name="Freeform 30">
                <a:extLst>
                  <a:ext uri="{FF2B5EF4-FFF2-40B4-BE49-F238E27FC236}">
                    <a16:creationId xmlns:a16="http://schemas.microsoft.com/office/drawing/2014/main" xmlns="" id="{7B132E67-47FB-491E-98DA-D28ADE8D17E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7" name="Freeform 31">
                <a:extLst>
                  <a:ext uri="{FF2B5EF4-FFF2-40B4-BE49-F238E27FC236}">
                    <a16:creationId xmlns:a16="http://schemas.microsoft.com/office/drawing/2014/main" xmlns="" id="{6512933D-AB97-4D6F-86DA-6AAEB9F73AF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xmlns="" id="{D2AAD483-B4B4-4901-9C1B-F391F3B100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" name="Freeform 32">
                <a:extLst>
                  <a:ext uri="{FF2B5EF4-FFF2-40B4-BE49-F238E27FC236}">
                    <a16:creationId xmlns:a16="http://schemas.microsoft.com/office/drawing/2014/main" xmlns="" id="{26CA00F2-52DB-420A-B2CE-622E2449344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2" name="Freeform 33">
                <a:extLst>
                  <a:ext uri="{FF2B5EF4-FFF2-40B4-BE49-F238E27FC236}">
                    <a16:creationId xmlns:a16="http://schemas.microsoft.com/office/drawing/2014/main" xmlns="" id="{6D6F23D3-1299-402E-B7E6-EA524506065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3" name="Freeform 34">
                <a:extLst>
                  <a:ext uri="{FF2B5EF4-FFF2-40B4-BE49-F238E27FC236}">
                    <a16:creationId xmlns:a16="http://schemas.microsoft.com/office/drawing/2014/main" xmlns="" id="{680732F5-25A5-4A7F-958D-7F01293BFDA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xmlns="" id="{20817740-C1CF-458F-9A10-051C0289BF1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5" name="Freeform 36">
                <a:extLst>
                  <a:ext uri="{FF2B5EF4-FFF2-40B4-BE49-F238E27FC236}">
                    <a16:creationId xmlns:a16="http://schemas.microsoft.com/office/drawing/2014/main" xmlns="" id="{3BB94575-5155-4DE7-A304-54E256B61DD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6" name="Freeform 37">
                <a:extLst>
                  <a:ext uri="{FF2B5EF4-FFF2-40B4-BE49-F238E27FC236}">
                    <a16:creationId xmlns:a16="http://schemas.microsoft.com/office/drawing/2014/main" xmlns="" id="{E887FE25-3092-4CE9-B181-EF67C21BCC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7" name="Freeform 38">
                <a:extLst>
                  <a:ext uri="{FF2B5EF4-FFF2-40B4-BE49-F238E27FC236}">
                    <a16:creationId xmlns:a16="http://schemas.microsoft.com/office/drawing/2014/main" xmlns="" id="{2FE2B836-E249-4A78-AB56-CDB45BDACD7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8" name="Freeform 39">
                <a:extLst>
                  <a:ext uri="{FF2B5EF4-FFF2-40B4-BE49-F238E27FC236}">
                    <a16:creationId xmlns:a16="http://schemas.microsoft.com/office/drawing/2014/main" xmlns="" id="{BDE04C1F-8A69-422B-8E02-02FB2602210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9" name="Freeform 40">
                <a:extLst>
                  <a:ext uri="{FF2B5EF4-FFF2-40B4-BE49-F238E27FC236}">
                    <a16:creationId xmlns:a16="http://schemas.microsoft.com/office/drawing/2014/main" xmlns="" id="{00208B4E-96A5-46F3-9FF0-C117FA8EEF7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0" name="Rectangle 41">
                <a:extLst>
                  <a:ext uri="{FF2B5EF4-FFF2-40B4-BE49-F238E27FC236}">
                    <a16:creationId xmlns:a16="http://schemas.microsoft.com/office/drawing/2014/main" xmlns="" id="{B2C8F532-05B8-4D61-A815-E225640B43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232CF87-2E67-3321-8748-A8AF246A426A}"/>
              </a:ext>
            </a:extLst>
          </p:cNvPr>
          <p:cNvSpPr txBox="1"/>
          <p:nvPr/>
        </p:nvSpPr>
        <p:spPr>
          <a:xfrm>
            <a:off x="2248691" y="3575687"/>
            <a:ext cx="4242707" cy="1708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FF00"/>
                </a:solidFill>
              </a:rPr>
              <a:t>Limitations of Early Mobile Phones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Poor reception and call drops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Batteries drained quickly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Very expensive to buy and use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13A34B6-135B-0CE3-6547-B3C4ABCB56DF}"/>
              </a:ext>
            </a:extLst>
          </p:cNvPr>
          <p:cNvSpPr txBox="1"/>
          <p:nvPr/>
        </p:nvSpPr>
        <p:spPr>
          <a:xfrm>
            <a:off x="6492195" y="-21773"/>
            <a:ext cx="5699805" cy="66633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FF00"/>
                </a:solidFill>
              </a:rPr>
              <a:t>Growing Popularity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just for the elite anymore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Families began sharing mobile phones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Kids used them to stay in touch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FF00"/>
                </a:solidFill>
              </a:rPr>
              <a:t>Rural Impact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Helped in areas without landlines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Farmers used them for market prices and emergencies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Enabled faster communication during storms or disasters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FFF00"/>
                </a:solidFill>
              </a:rPr>
              <a:t>Foundation for Modern Smartphones</a:t>
            </a:r>
          </a:p>
          <a:p>
            <a:pPr>
              <a:spcAft>
                <a:spcPts val="600"/>
              </a:spcAft>
            </a:pPr>
            <a:r>
              <a:rPr lang="en-US" dirty="0"/>
              <a:t>Early phones introduced mobility and instant communication</a:t>
            </a:r>
          </a:p>
          <a:p>
            <a:pPr>
              <a:spcAft>
                <a:spcPts val="600"/>
              </a:spcAft>
            </a:pPr>
            <a:r>
              <a:rPr lang="en-US" dirty="0"/>
              <a:t>Led to texting, apps, and internet-based smartphones</a:t>
            </a:r>
          </a:p>
          <a:p>
            <a:pPr>
              <a:spcAft>
                <a:spcPts val="600"/>
              </a:spcAft>
            </a:pPr>
            <a:r>
              <a:rPr lang="en-US" dirty="0"/>
              <a:t>Massive technological evolution from bulky radios to smart devices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FF00"/>
                </a:solidFill>
              </a:rPr>
              <a:t>Challenges in Early Adoption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High roaming charges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Limited network coverage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Still considered expensive for many people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29" name="TextBox 2">
            <a:extLst>
              <a:ext uri="{FF2B5EF4-FFF2-40B4-BE49-F238E27FC236}">
                <a16:creationId xmlns:a16="http://schemas.microsoft.com/office/drawing/2014/main" xmlns="" id="{15847672-59D1-D67E-F80C-5037BE7E3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716350"/>
              </p:ext>
            </p:extLst>
          </p:nvPr>
        </p:nvGraphicFramePr>
        <p:xfrm>
          <a:off x="-90000" y="216556"/>
          <a:ext cx="7690947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68DB7C5F-D192-39A1-D2A4-D0F13983F5C0}"/>
              </a:ext>
            </a:extLst>
          </p:cNvPr>
          <p:cNvSpPr txBox="1"/>
          <p:nvPr/>
        </p:nvSpPr>
        <p:spPr>
          <a:xfrm>
            <a:off x="2248692" y="5164262"/>
            <a:ext cx="4242707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Digital Technology Arrives (1990s)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Shift from analog to digital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call clarity and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reliability for business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534870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Graphic spid="329" grpId="0">
        <p:bldAsOne/>
      </p:bldGraphic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08ADC67-9213-19DA-754A-5F6D809409B7}"/>
              </a:ext>
            </a:extLst>
          </p:cNvPr>
          <p:cNvSpPr txBox="1"/>
          <p:nvPr/>
        </p:nvSpPr>
        <p:spPr>
          <a:xfrm>
            <a:off x="4626424" y="0"/>
            <a:ext cx="6101442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AU" sz="3200" b="1" u="dbl" kern="0" dirty="0">
                <a:effectLst/>
                <a:latin typeface="Aptos Display" panose="020B0004020202020204" pitchFamily="34" charset="0"/>
                <a:ea typeface="等线 Light" panose="020B0503020204020204" pitchFamily="2" charset="-122"/>
                <a:cs typeface="Times New Roman" panose="02020603050405020304" pitchFamily="18" charset="0"/>
              </a:rPr>
              <a:t>ABSTACTION</a:t>
            </a:r>
            <a:endParaRPr lang="en-AU" sz="2400" b="1" dirty="0">
              <a:effectLst/>
              <a:latin typeface="Aptos Display" panose="020B0004020202020204" pitchFamily="34" charset="0"/>
              <a:ea typeface="等线 Light" panose="020B0503020204020204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D14EAC-4D28-2B9A-6493-E5A721C21D53}"/>
              </a:ext>
            </a:extLst>
          </p:cNvPr>
          <p:cNvSpPr txBox="1"/>
          <p:nvPr/>
        </p:nvSpPr>
        <p:spPr>
          <a:xfrm>
            <a:off x="1102178" y="858523"/>
            <a:ext cx="6101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Mobile Penetration in Pakistan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85–90% of population owns a mobile phone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≈ 220 million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Source: Pakistan Telecommunication Authority (PTA)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CC60CF0-74BA-7A0D-630D-0924166CB240}"/>
              </a:ext>
            </a:extLst>
          </p:cNvPr>
          <p:cNvSpPr txBox="1"/>
          <p:nvPr/>
        </p:nvSpPr>
        <p:spPr>
          <a:xfrm>
            <a:off x="1102178" y="2200509"/>
            <a:ext cx="6101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Communication &amp;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Primary mode of communication (voice/SMS)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 180 million active SIMs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 operators: </a:t>
            </a:r>
            <a:r>
              <a:rPr lang="en-US" b="1" dirty="0"/>
              <a:t>Jazz, Telenor, Zong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for rural areas where landlines are not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32C6B47-1911-4602-8DC5-EA755137DFA8}"/>
              </a:ext>
            </a:extLst>
          </p:cNvPr>
          <p:cNvSpPr txBox="1"/>
          <p:nvPr/>
        </p:nvSpPr>
        <p:spPr>
          <a:xfrm>
            <a:off x="1102178" y="3790918"/>
            <a:ext cx="61014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>
                <a:solidFill>
                  <a:srgbClr val="FF0000"/>
                </a:solidFill>
              </a:rPr>
              <a:t>Internet &amp; Digital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70% internet users access internet via mobile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Popular 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Social media (WhatsApp, Facebook, TikTok)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Online shopping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Video streaming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Mobile banking:</a:t>
            </a:r>
            <a:r>
              <a:rPr lang="en-AU" dirty="0"/>
              <a:t> </a:t>
            </a:r>
            <a:r>
              <a:rPr lang="en-AU" dirty="0" smtClean="0"/>
              <a:t>Easy paisa </a:t>
            </a:r>
            <a:r>
              <a:rPr lang="en-AU" dirty="0"/>
              <a:t>+ </a:t>
            </a:r>
            <a:r>
              <a:rPr lang="en-AU" dirty="0" smtClean="0"/>
              <a:t>Jazz Cash </a:t>
            </a:r>
            <a:r>
              <a:rPr lang="en-AU" dirty="0"/>
              <a:t>= 50+ million users</a:t>
            </a:r>
          </a:p>
        </p:txBody>
      </p:sp>
    </p:spTree>
    <p:extLst>
      <p:ext uri="{BB962C8B-B14F-4D97-AF65-F5344CB8AC3E}">
        <p14:creationId xmlns:p14="http://schemas.microsoft.com/office/powerpoint/2010/main" val="277585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FF05836-AF4D-8087-6DB9-5ABBFE2B56A9}"/>
              </a:ext>
            </a:extLst>
          </p:cNvPr>
          <p:cNvSpPr txBox="1"/>
          <p:nvPr/>
        </p:nvSpPr>
        <p:spPr>
          <a:xfrm>
            <a:off x="3856264" y="272534"/>
            <a:ext cx="6101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Role of Mobile Phones in Youth Life</a:t>
            </a:r>
            <a:endParaRPr lang="en-AU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941C53C-8661-C731-31C7-B83F30EF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827" y="13607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phones deeply influence education, social life, and future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Powerful tool if used wisely, but can also create 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B4AE05C-4104-804A-A95C-F53F39B6F076}"/>
              </a:ext>
            </a:extLst>
          </p:cNvPr>
          <p:cNvSpPr txBox="1"/>
          <p:nvPr/>
        </p:nvSpPr>
        <p:spPr>
          <a:xfrm>
            <a:off x="1349827" y="1670047"/>
            <a:ext cx="41773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Impact on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 changer for students, especially in areas with limited school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to online learning apps (Khan Academy, Duolingo, YouTube lectures)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during power outages and in rural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create virtual study groups and self-learning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Challenge: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Notifications and social apps can distract from studies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Digital Learning in Pakistan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bridge the education gap in rural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Students can learn without needing modern libraries or expensive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= Personal tutor in pocket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C3147AE-B2ED-37C5-9FA5-F04AF15643BC}"/>
              </a:ext>
            </a:extLst>
          </p:cNvPr>
          <p:cNvSpPr txBox="1"/>
          <p:nvPr/>
        </p:nvSpPr>
        <p:spPr>
          <a:xfrm>
            <a:off x="6057899" y="1670047"/>
            <a:ext cx="61014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Social Impact on Youth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communication through Snapchat, Instagram, WhatsApp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Builds global connections and friendships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youth balance family and social circles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creativity (blogging, YouTube channels)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Challenges: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Peer pressure &amp; FOMO (fear of missing out)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cliques and comparison culture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reduce real-life interaction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FDB0F03-B333-8C13-3748-322C18442C2C}"/>
              </a:ext>
            </a:extLst>
          </p:cNvPr>
          <p:cNvSpPr txBox="1"/>
          <p:nvPr/>
        </p:nvSpPr>
        <p:spPr>
          <a:xfrm>
            <a:off x="6057899" y="4255370"/>
            <a:ext cx="6101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Risks and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addiction and sleep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Mental health concerns from social media 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Misinformation and fake news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digital literacy and adult guidance</a:t>
            </a:r>
          </a:p>
        </p:txBody>
      </p:sp>
    </p:spTree>
    <p:extLst>
      <p:ext uri="{BB962C8B-B14F-4D97-AF65-F5344CB8AC3E}">
        <p14:creationId xmlns:p14="http://schemas.microsoft.com/office/powerpoint/2010/main" val="242333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653B669-7074-A972-7CA5-92886F1F0ABD}"/>
              </a:ext>
            </a:extLst>
          </p:cNvPr>
          <p:cNvSpPr txBox="1"/>
          <p:nvPr/>
        </p:nvSpPr>
        <p:spPr>
          <a:xfrm>
            <a:off x="2329543" y="131019"/>
            <a:ext cx="94596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Effect of Mobile Phones on Mental Health and Cyberbullying</a:t>
            </a:r>
            <a:endParaRPr lang="en-AU" sz="2400" b="1" dirty="0"/>
          </a:p>
          <a:p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0303554-C06A-C152-8145-E31C081F99EB}"/>
              </a:ext>
            </a:extLst>
          </p:cNvPr>
          <p:cNvSpPr txBox="1"/>
          <p:nvPr/>
        </p:nvSpPr>
        <p:spPr>
          <a:xfrm>
            <a:off x="1232807" y="546517"/>
            <a:ext cx="610144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phones are essential in daily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Constant use impacts mental health, especially among teenagers and young adults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Impact on Mental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Excessive social media use can 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Anxiety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self-esteem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Pressure to appear “</a:t>
            </a:r>
            <a:r>
              <a:rPr lang="en-US" dirty="0">
                <a:solidFill>
                  <a:schemeClr val="bg1"/>
                </a:solidFill>
              </a:rPr>
              <a:t>perfect</a:t>
            </a:r>
            <a:r>
              <a:rPr lang="en-US" dirty="0"/>
              <a:t>” online leads to mental exhaustion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Constant notifications and endless scrolling disrupt focus and real-life connections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Screen Time &amp; Sleep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Excessive screen time affects sleep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attention span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it harder to concentrate and retain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2E893A9-018E-C981-D0F3-3ECFE67C246A}"/>
              </a:ext>
            </a:extLst>
          </p:cNvPr>
          <p:cNvSpPr txBox="1"/>
          <p:nvPr/>
        </p:nvSpPr>
        <p:spPr>
          <a:xfrm>
            <a:off x="1232807" y="4695656"/>
            <a:ext cx="61014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Cyberbullying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phones make bullying possible anytime, anywhere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Victims experience: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Emotional distress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Isolation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Fear and shame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Cyberbullying can be more harmful than traditional bullying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xmlns="" id="{22BF81BD-76A0-4951-4ADF-203AEF1BAC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913489"/>
              </p:ext>
            </p:extLst>
          </p:nvPr>
        </p:nvGraphicFramePr>
        <p:xfrm>
          <a:off x="6770914" y="3582920"/>
          <a:ext cx="5268686" cy="178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4E46FC8-4307-EBCA-37DF-32E4FB0D435D}"/>
              </a:ext>
            </a:extLst>
          </p:cNvPr>
          <p:cNvSpPr txBox="1"/>
          <p:nvPr/>
        </p:nvSpPr>
        <p:spPr>
          <a:xfrm>
            <a:off x="8058150" y="2808906"/>
            <a:ext cx="6101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 </a:t>
            </a:r>
            <a:r>
              <a:rPr lang="en-AU" sz="2800" b="1" dirty="0" smtClean="0">
                <a:solidFill>
                  <a:srgbClr val="FF0000"/>
                </a:solidFill>
              </a:rPr>
              <a:t>Responsibilities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25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Graphic spid="17" grpId="0">
        <p:bldAsOne/>
      </p:bldGraphic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5" name="Picture 2">
            <a:extLst>
              <a:ext uri="{FF2B5EF4-FFF2-40B4-BE49-F238E27FC236}">
                <a16:creationId xmlns:a16="http://schemas.microsoft.com/office/drawing/2014/main" xmlns="" id="{5B367C29-5200-4FF1-83B7-18B105A0BD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236" name="Group 4235">
            <a:extLst>
              <a:ext uri="{FF2B5EF4-FFF2-40B4-BE49-F238E27FC236}">
                <a16:creationId xmlns:a16="http://schemas.microsoft.com/office/drawing/2014/main" xmlns="" id="{EC711491-7BB6-4BE6-A470-44BF61D562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4194" name="Group 4193">
              <a:extLst>
                <a:ext uri="{FF2B5EF4-FFF2-40B4-BE49-F238E27FC236}">
                  <a16:creationId xmlns:a16="http://schemas.microsoft.com/office/drawing/2014/main" xmlns="" id="{FE4F104B-68BE-4E53-A6A5-5C5F93FF7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4237" name="Rectangle 5">
                <a:extLst>
                  <a:ext uri="{FF2B5EF4-FFF2-40B4-BE49-F238E27FC236}">
                    <a16:creationId xmlns:a16="http://schemas.microsoft.com/office/drawing/2014/main" xmlns="" id="{EF4A7076-D6BC-4AE1-AE2C-C09B16AAB4C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38" name="Freeform 6">
                <a:extLst>
                  <a:ext uri="{FF2B5EF4-FFF2-40B4-BE49-F238E27FC236}">
                    <a16:creationId xmlns:a16="http://schemas.microsoft.com/office/drawing/2014/main" xmlns="" id="{58FA119B-7250-4EC7-912F-F5613CC281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39" name="Freeform 7">
                <a:extLst>
                  <a:ext uri="{FF2B5EF4-FFF2-40B4-BE49-F238E27FC236}">
                    <a16:creationId xmlns:a16="http://schemas.microsoft.com/office/drawing/2014/main" xmlns="" id="{7B9A9AED-D47E-44AD-AD6E-2EECC94D88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0" name="Freeform 8">
                <a:extLst>
                  <a:ext uri="{FF2B5EF4-FFF2-40B4-BE49-F238E27FC236}">
                    <a16:creationId xmlns:a16="http://schemas.microsoft.com/office/drawing/2014/main" xmlns="" id="{00A30ECA-328D-4512-825B-0AD5960467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1" name="Freeform 9">
                <a:extLst>
                  <a:ext uri="{FF2B5EF4-FFF2-40B4-BE49-F238E27FC236}">
                    <a16:creationId xmlns:a16="http://schemas.microsoft.com/office/drawing/2014/main" xmlns="" id="{14A218CE-B3D8-4A43-86CC-48980645AC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2" name="Freeform 10">
                <a:extLst>
                  <a:ext uri="{FF2B5EF4-FFF2-40B4-BE49-F238E27FC236}">
                    <a16:creationId xmlns:a16="http://schemas.microsoft.com/office/drawing/2014/main" xmlns="" id="{E9743B7D-51BF-425C-A4B8-33B2E001EF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3" name="Freeform 11">
                <a:extLst>
                  <a:ext uri="{FF2B5EF4-FFF2-40B4-BE49-F238E27FC236}">
                    <a16:creationId xmlns:a16="http://schemas.microsoft.com/office/drawing/2014/main" xmlns="" id="{9BA633B3-C879-4E15-B66C-788B4C60A1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4" name="Freeform 12">
                <a:extLst>
                  <a:ext uri="{FF2B5EF4-FFF2-40B4-BE49-F238E27FC236}">
                    <a16:creationId xmlns:a16="http://schemas.microsoft.com/office/drawing/2014/main" xmlns="" id="{324C8953-B4E2-4DA0-B5D5-BD2A735E67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5" name="Freeform 13">
                <a:extLst>
                  <a:ext uri="{FF2B5EF4-FFF2-40B4-BE49-F238E27FC236}">
                    <a16:creationId xmlns:a16="http://schemas.microsoft.com/office/drawing/2014/main" xmlns="" id="{717A3B65-FE80-419B-AB5D-48B5E3A7B4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6" name="Freeform 14">
                <a:extLst>
                  <a:ext uri="{FF2B5EF4-FFF2-40B4-BE49-F238E27FC236}">
                    <a16:creationId xmlns:a16="http://schemas.microsoft.com/office/drawing/2014/main" xmlns="" id="{675ECD78-7D6B-4A3F-8163-392D7F8D69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7" name="Freeform 15">
                <a:extLst>
                  <a:ext uri="{FF2B5EF4-FFF2-40B4-BE49-F238E27FC236}">
                    <a16:creationId xmlns:a16="http://schemas.microsoft.com/office/drawing/2014/main" xmlns="" id="{8D036282-E32F-461D-BFB6-2A58D6D27A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8" name="Line 16">
                <a:extLst>
                  <a:ext uri="{FF2B5EF4-FFF2-40B4-BE49-F238E27FC236}">
                    <a16:creationId xmlns:a16="http://schemas.microsoft.com/office/drawing/2014/main" xmlns="" id="{F95EB10E-5264-467D-8382-A77C4DED251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49" name="Freeform 17">
                <a:extLst>
                  <a:ext uri="{FF2B5EF4-FFF2-40B4-BE49-F238E27FC236}">
                    <a16:creationId xmlns:a16="http://schemas.microsoft.com/office/drawing/2014/main" xmlns="" id="{218F9268-D2F0-487B-A021-8786B65518D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0" name="Freeform 18">
                <a:extLst>
                  <a:ext uri="{FF2B5EF4-FFF2-40B4-BE49-F238E27FC236}">
                    <a16:creationId xmlns:a16="http://schemas.microsoft.com/office/drawing/2014/main" xmlns="" id="{B4AEE5AC-EF5C-42E4-B185-A176E19976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1" name="Freeform 19">
                <a:extLst>
                  <a:ext uri="{FF2B5EF4-FFF2-40B4-BE49-F238E27FC236}">
                    <a16:creationId xmlns:a16="http://schemas.microsoft.com/office/drawing/2014/main" xmlns="" id="{E961E89F-C1DB-48E5-8B52-FDDAED9E0E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2" name="Freeform 20">
                <a:extLst>
                  <a:ext uri="{FF2B5EF4-FFF2-40B4-BE49-F238E27FC236}">
                    <a16:creationId xmlns:a16="http://schemas.microsoft.com/office/drawing/2014/main" xmlns="" id="{412962B4-425A-4C36-A65A-0F66ED7CD38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3" name="Rectangle 21">
                <a:extLst>
                  <a:ext uri="{FF2B5EF4-FFF2-40B4-BE49-F238E27FC236}">
                    <a16:creationId xmlns:a16="http://schemas.microsoft.com/office/drawing/2014/main" xmlns="" id="{037BE3F7-563A-4D9A-BC98-C71F727D23A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4" name="Freeform 22">
                <a:extLst>
                  <a:ext uri="{FF2B5EF4-FFF2-40B4-BE49-F238E27FC236}">
                    <a16:creationId xmlns:a16="http://schemas.microsoft.com/office/drawing/2014/main" xmlns="" id="{2FDB1005-EB5E-475A-AC43-4ED3E563DEF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5" name="Freeform 23">
                <a:extLst>
                  <a:ext uri="{FF2B5EF4-FFF2-40B4-BE49-F238E27FC236}">
                    <a16:creationId xmlns:a16="http://schemas.microsoft.com/office/drawing/2014/main" xmlns="" id="{68BFFBC6-C704-42A7-9D7E-AFB5C37FBDA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6" name="Freeform 24">
                <a:extLst>
                  <a:ext uri="{FF2B5EF4-FFF2-40B4-BE49-F238E27FC236}">
                    <a16:creationId xmlns:a16="http://schemas.microsoft.com/office/drawing/2014/main" xmlns="" id="{4888EAD7-EBE9-4549-9A91-6FEC611536F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7" name="Freeform 25">
                <a:extLst>
                  <a:ext uri="{FF2B5EF4-FFF2-40B4-BE49-F238E27FC236}">
                    <a16:creationId xmlns:a16="http://schemas.microsoft.com/office/drawing/2014/main" xmlns="" id="{B79BC975-BE42-4B57-8335-1699BC0AB13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8" name="Freeform 26">
                <a:extLst>
                  <a:ext uri="{FF2B5EF4-FFF2-40B4-BE49-F238E27FC236}">
                    <a16:creationId xmlns:a16="http://schemas.microsoft.com/office/drawing/2014/main" xmlns="" id="{3998B4F0-CA80-490A-A256-1600E7EA88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59" name="Freeform 27">
                <a:extLst>
                  <a:ext uri="{FF2B5EF4-FFF2-40B4-BE49-F238E27FC236}">
                    <a16:creationId xmlns:a16="http://schemas.microsoft.com/office/drawing/2014/main" xmlns="" id="{2052C104-8168-487E-9044-454DA83AB2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0" name="Freeform 28">
                <a:extLst>
                  <a:ext uri="{FF2B5EF4-FFF2-40B4-BE49-F238E27FC236}">
                    <a16:creationId xmlns:a16="http://schemas.microsoft.com/office/drawing/2014/main" xmlns="" id="{63ACA30B-5F59-400C-A7CE-D17B5647EE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1" name="Freeform 29">
                <a:extLst>
                  <a:ext uri="{FF2B5EF4-FFF2-40B4-BE49-F238E27FC236}">
                    <a16:creationId xmlns:a16="http://schemas.microsoft.com/office/drawing/2014/main" xmlns="" id="{2E16F318-A142-4353-9949-B4E3A09FE0B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2" name="Freeform 30">
                <a:extLst>
                  <a:ext uri="{FF2B5EF4-FFF2-40B4-BE49-F238E27FC236}">
                    <a16:creationId xmlns:a16="http://schemas.microsoft.com/office/drawing/2014/main" xmlns="" id="{8AE8DBB4-2468-4A78-A54D-FD77C5DC88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3" name="Freeform 31">
                <a:extLst>
                  <a:ext uri="{FF2B5EF4-FFF2-40B4-BE49-F238E27FC236}">
                    <a16:creationId xmlns:a16="http://schemas.microsoft.com/office/drawing/2014/main" xmlns="" id="{B0E7CEF2-11E4-465C-8F1F-AA8367F96A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4195" name="Group 4194">
              <a:extLst>
                <a:ext uri="{FF2B5EF4-FFF2-40B4-BE49-F238E27FC236}">
                  <a16:creationId xmlns:a16="http://schemas.microsoft.com/office/drawing/2014/main" xmlns="" id="{88B30AFD-E104-45DD-BFBB-5A41F1413B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4264" name="Freeform 32">
                <a:extLst>
                  <a:ext uri="{FF2B5EF4-FFF2-40B4-BE49-F238E27FC236}">
                    <a16:creationId xmlns:a16="http://schemas.microsoft.com/office/drawing/2014/main" xmlns="" id="{CE45A3DF-350B-4A5E-AEBE-F0F280AD037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5" name="Freeform 33">
                <a:extLst>
                  <a:ext uri="{FF2B5EF4-FFF2-40B4-BE49-F238E27FC236}">
                    <a16:creationId xmlns:a16="http://schemas.microsoft.com/office/drawing/2014/main" xmlns="" id="{966D2640-A438-4FB6-B781-5A52DEC85C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6" name="Freeform 34">
                <a:extLst>
                  <a:ext uri="{FF2B5EF4-FFF2-40B4-BE49-F238E27FC236}">
                    <a16:creationId xmlns:a16="http://schemas.microsoft.com/office/drawing/2014/main" xmlns="" id="{34E1EFFF-720C-4CC0-9F95-DD1DAF99AD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7" name="Freeform 35">
                <a:extLst>
                  <a:ext uri="{FF2B5EF4-FFF2-40B4-BE49-F238E27FC236}">
                    <a16:creationId xmlns:a16="http://schemas.microsoft.com/office/drawing/2014/main" xmlns="" id="{EA7AB0E1-6C49-409D-86F5-BE00BDDFC0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8" name="Freeform 36">
                <a:extLst>
                  <a:ext uri="{FF2B5EF4-FFF2-40B4-BE49-F238E27FC236}">
                    <a16:creationId xmlns:a16="http://schemas.microsoft.com/office/drawing/2014/main" xmlns="" id="{5D17598C-0C57-4F4E-8F6B-A2AD8071F8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69" name="Freeform 37">
                <a:extLst>
                  <a:ext uri="{FF2B5EF4-FFF2-40B4-BE49-F238E27FC236}">
                    <a16:creationId xmlns:a16="http://schemas.microsoft.com/office/drawing/2014/main" xmlns="" id="{EBEBC0DC-F56F-48FE-824E-E9378C48976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70" name="Freeform 38">
                <a:extLst>
                  <a:ext uri="{FF2B5EF4-FFF2-40B4-BE49-F238E27FC236}">
                    <a16:creationId xmlns:a16="http://schemas.microsoft.com/office/drawing/2014/main" xmlns="" id="{CC7FDCF1-1736-48A0-BDB2-87D6E09067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71" name="Freeform 39">
                <a:extLst>
                  <a:ext uri="{FF2B5EF4-FFF2-40B4-BE49-F238E27FC236}">
                    <a16:creationId xmlns:a16="http://schemas.microsoft.com/office/drawing/2014/main" xmlns="" id="{2A650CF5-564F-44D1-AB08-6C500DD3CE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72" name="Freeform 40">
                <a:extLst>
                  <a:ext uri="{FF2B5EF4-FFF2-40B4-BE49-F238E27FC236}">
                    <a16:creationId xmlns:a16="http://schemas.microsoft.com/office/drawing/2014/main" xmlns="" id="{3108FEFA-0402-4C1C-AE39-5ADC09402F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73" name="Rectangle 41">
                <a:extLst>
                  <a:ext uri="{FF2B5EF4-FFF2-40B4-BE49-F238E27FC236}">
                    <a16:creationId xmlns:a16="http://schemas.microsoft.com/office/drawing/2014/main" xmlns="" id="{340AE827-F344-464F-851C-E03AFC98DC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4234" name="Round Diagonal Corner Rectangle 11">
            <a:extLst>
              <a:ext uri="{FF2B5EF4-FFF2-40B4-BE49-F238E27FC236}">
                <a16:creationId xmlns:a16="http://schemas.microsoft.com/office/drawing/2014/main" xmlns="" id="{E4B7B3E3-827A-48BE-AD67-A57C45AA69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99EC4C9B-997E-E0F4-0F22-49D3347B4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0748" y="1254457"/>
            <a:ext cx="6630661" cy="390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47B42BE2-B398-1DCB-6F86-3E443145B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5914" y="2038586"/>
            <a:ext cx="3452795" cy="52668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survey we had done on the google form our response’s view in it and the reviews in such a way that that was most like its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MENTAL HEALTH EFFECTED THE MOST.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	  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1562381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2">
            <a:extLst>
              <a:ext uri="{FF2B5EF4-FFF2-40B4-BE49-F238E27FC236}">
                <a16:creationId xmlns:a16="http://schemas.microsoft.com/office/drawing/2014/main" xmlns="" id="{5B367C29-5200-4FF1-83B7-18B105A0BD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9" name="Group 5128">
            <a:extLst>
              <a:ext uri="{FF2B5EF4-FFF2-40B4-BE49-F238E27FC236}">
                <a16:creationId xmlns:a16="http://schemas.microsoft.com/office/drawing/2014/main" xmlns="" id="{EC711491-7BB6-4BE6-A470-44BF61D562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5130" name="Group 5129">
              <a:extLst>
                <a:ext uri="{FF2B5EF4-FFF2-40B4-BE49-F238E27FC236}">
                  <a16:creationId xmlns:a16="http://schemas.microsoft.com/office/drawing/2014/main" xmlns="" id="{FE4F104B-68BE-4E53-A6A5-5C5F93FF7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5142" name="Rectangle 5">
                <a:extLst>
                  <a:ext uri="{FF2B5EF4-FFF2-40B4-BE49-F238E27FC236}">
                    <a16:creationId xmlns:a16="http://schemas.microsoft.com/office/drawing/2014/main" xmlns="" id="{EF4A7076-D6BC-4AE1-AE2C-C09B16AAB4C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3" name="Freeform 6">
                <a:extLst>
                  <a:ext uri="{FF2B5EF4-FFF2-40B4-BE49-F238E27FC236}">
                    <a16:creationId xmlns:a16="http://schemas.microsoft.com/office/drawing/2014/main" xmlns="" id="{58FA119B-7250-4EC7-912F-F5613CC281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4" name="Freeform 7">
                <a:extLst>
                  <a:ext uri="{FF2B5EF4-FFF2-40B4-BE49-F238E27FC236}">
                    <a16:creationId xmlns:a16="http://schemas.microsoft.com/office/drawing/2014/main" xmlns="" id="{7B9A9AED-D47E-44AD-AD6E-2EECC94D88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5" name="Freeform 8">
                <a:extLst>
                  <a:ext uri="{FF2B5EF4-FFF2-40B4-BE49-F238E27FC236}">
                    <a16:creationId xmlns:a16="http://schemas.microsoft.com/office/drawing/2014/main" xmlns="" id="{00A30ECA-328D-4512-825B-0AD5960467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6" name="Freeform 9">
                <a:extLst>
                  <a:ext uri="{FF2B5EF4-FFF2-40B4-BE49-F238E27FC236}">
                    <a16:creationId xmlns:a16="http://schemas.microsoft.com/office/drawing/2014/main" xmlns="" id="{14A218CE-B3D8-4A43-86CC-48980645AC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7" name="Freeform 10">
                <a:extLst>
                  <a:ext uri="{FF2B5EF4-FFF2-40B4-BE49-F238E27FC236}">
                    <a16:creationId xmlns:a16="http://schemas.microsoft.com/office/drawing/2014/main" xmlns="" id="{E9743B7D-51BF-425C-A4B8-33B2E001EF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8" name="Freeform 11">
                <a:extLst>
                  <a:ext uri="{FF2B5EF4-FFF2-40B4-BE49-F238E27FC236}">
                    <a16:creationId xmlns:a16="http://schemas.microsoft.com/office/drawing/2014/main" xmlns="" id="{9BA633B3-C879-4E15-B66C-788B4C60A1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9" name="Freeform 12">
                <a:extLst>
                  <a:ext uri="{FF2B5EF4-FFF2-40B4-BE49-F238E27FC236}">
                    <a16:creationId xmlns:a16="http://schemas.microsoft.com/office/drawing/2014/main" xmlns="" id="{324C8953-B4E2-4DA0-B5D5-BD2A735E67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0" name="Freeform 13">
                <a:extLst>
                  <a:ext uri="{FF2B5EF4-FFF2-40B4-BE49-F238E27FC236}">
                    <a16:creationId xmlns:a16="http://schemas.microsoft.com/office/drawing/2014/main" xmlns="" id="{717A3B65-FE80-419B-AB5D-48B5E3A7B4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1" name="Freeform 14">
                <a:extLst>
                  <a:ext uri="{FF2B5EF4-FFF2-40B4-BE49-F238E27FC236}">
                    <a16:creationId xmlns:a16="http://schemas.microsoft.com/office/drawing/2014/main" xmlns="" id="{675ECD78-7D6B-4A3F-8163-392D7F8D69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2" name="Freeform 15">
                <a:extLst>
                  <a:ext uri="{FF2B5EF4-FFF2-40B4-BE49-F238E27FC236}">
                    <a16:creationId xmlns:a16="http://schemas.microsoft.com/office/drawing/2014/main" xmlns="" id="{8D036282-E32F-461D-BFB6-2A58D6D27A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3" name="Line 16">
                <a:extLst>
                  <a:ext uri="{FF2B5EF4-FFF2-40B4-BE49-F238E27FC236}">
                    <a16:creationId xmlns:a16="http://schemas.microsoft.com/office/drawing/2014/main" xmlns="" id="{F95EB10E-5264-467D-8382-A77C4DED251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4" name="Freeform 17">
                <a:extLst>
                  <a:ext uri="{FF2B5EF4-FFF2-40B4-BE49-F238E27FC236}">
                    <a16:creationId xmlns:a16="http://schemas.microsoft.com/office/drawing/2014/main" xmlns="" id="{218F9268-D2F0-487B-A021-8786B65518D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5" name="Freeform 18">
                <a:extLst>
                  <a:ext uri="{FF2B5EF4-FFF2-40B4-BE49-F238E27FC236}">
                    <a16:creationId xmlns:a16="http://schemas.microsoft.com/office/drawing/2014/main" xmlns="" id="{B4AEE5AC-EF5C-42E4-B185-A176E19976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6" name="Freeform 19">
                <a:extLst>
                  <a:ext uri="{FF2B5EF4-FFF2-40B4-BE49-F238E27FC236}">
                    <a16:creationId xmlns:a16="http://schemas.microsoft.com/office/drawing/2014/main" xmlns="" id="{E961E89F-C1DB-48E5-8B52-FDDAED9E0E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7" name="Freeform 20">
                <a:extLst>
                  <a:ext uri="{FF2B5EF4-FFF2-40B4-BE49-F238E27FC236}">
                    <a16:creationId xmlns:a16="http://schemas.microsoft.com/office/drawing/2014/main" xmlns="" id="{412962B4-425A-4C36-A65A-0F66ED7CD38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8" name="Rectangle 21">
                <a:extLst>
                  <a:ext uri="{FF2B5EF4-FFF2-40B4-BE49-F238E27FC236}">
                    <a16:creationId xmlns:a16="http://schemas.microsoft.com/office/drawing/2014/main" xmlns="" id="{037BE3F7-563A-4D9A-BC98-C71F727D23A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59" name="Freeform 22">
                <a:extLst>
                  <a:ext uri="{FF2B5EF4-FFF2-40B4-BE49-F238E27FC236}">
                    <a16:creationId xmlns:a16="http://schemas.microsoft.com/office/drawing/2014/main" xmlns="" id="{2FDB1005-EB5E-475A-AC43-4ED3E563DEF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0" name="Freeform 23">
                <a:extLst>
                  <a:ext uri="{FF2B5EF4-FFF2-40B4-BE49-F238E27FC236}">
                    <a16:creationId xmlns:a16="http://schemas.microsoft.com/office/drawing/2014/main" xmlns="" id="{68BFFBC6-C704-42A7-9D7E-AFB5C37FBDA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1" name="Freeform 24">
                <a:extLst>
                  <a:ext uri="{FF2B5EF4-FFF2-40B4-BE49-F238E27FC236}">
                    <a16:creationId xmlns:a16="http://schemas.microsoft.com/office/drawing/2014/main" xmlns="" id="{4888EAD7-EBE9-4549-9A91-6FEC611536F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2" name="Freeform 25">
                <a:extLst>
                  <a:ext uri="{FF2B5EF4-FFF2-40B4-BE49-F238E27FC236}">
                    <a16:creationId xmlns:a16="http://schemas.microsoft.com/office/drawing/2014/main" xmlns="" id="{B79BC975-BE42-4B57-8335-1699BC0AB13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3" name="Freeform 26">
                <a:extLst>
                  <a:ext uri="{FF2B5EF4-FFF2-40B4-BE49-F238E27FC236}">
                    <a16:creationId xmlns:a16="http://schemas.microsoft.com/office/drawing/2014/main" xmlns="" id="{3998B4F0-CA80-490A-A256-1600E7EA88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4" name="Freeform 27">
                <a:extLst>
                  <a:ext uri="{FF2B5EF4-FFF2-40B4-BE49-F238E27FC236}">
                    <a16:creationId xmlns:a16="http://schemas.microsoft.com/office/drawing/2014/main" xmlns="" id="{2052C104-8168-487E-9044-454DA83AB2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5" name="Freeform 28">
                <a:extLst>
                  <a:ext uri="{FF2B5EF4-FFF2-40B4-BE49-F238E27FC236}">
                    <a16:creationId xmlns:a16="http://schemas.microsoft.com/office/drawing/2014/main" xmlns="" id="{63ACA30B-5F59-400C-A7CE-D17B5647EE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6" name="Freeform 29">
                <a:extLst>
                  <a:ext uri="{FF2B5EF4-FFF2-40B4-BE49-F238E27FC236}">
                    <a16:creationId xmlns:a16="http://schemas.microsoft.com/office/drawing/2014/main" xmlns="" id="{2E16F318-A142-4353-9949-B4E3A09FE0B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7" name="Freeform 30">
                <a:extLst>
                  <a:ext uri="{FF2B5EF4-FFF2-40B4-BE49-F238E27FC236}">
                    <a16:creationId xmlns:a16="http://schemas.microsoft.com/office/drawing/2014/main" xmlns="" id="{8AE8DBB4-2468-4A78-A54D-FD77C5DC88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68" name="Freeform 31">
                <a:extLst>
                  <a:ext uri="{FF2B5EF4-FFF2-40B4-BE49-F238E27FC236}">
                    <a16:creationId xmlns:a16="http://schemas.microsoft.com/office/drawing/2014/main" xmlns="" id="{B0E7CEF2-11E4-465C-8F1F-AA8367F96A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5131" name="Group 5130">
              <a:extLst>
                <a:ext uri="{FF2B5EF4-FFF2-40B4-BE49-F238E27FC236}">
                  <a16:creationId xmlns:a16="http://schemas.microsoft.com/office/drawing/2014/main" xmlns="" id="{88B30AFD-E104-45DD-BFBB-5A41F1413B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5132" name="Freeform 32">
                <a:extLst>
                  <a:ext uri="{FF2B5EF4-FFF2-40B4-BE49-F238E27FC236}">
                    <a16:creationId xmlns:a16="http://schemas.microsoft.com/office/drawing/2014/main" xmlns="" id="{CE45A3DF-350B-4A5E-AEBE-F0F280AD037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3" name="Freeform 33">
                <a:extLst>
                  <a:ext uri="{FF2B5EF4-FFF2-40B4-BE49-F238E27FC236}">
                    <a16:creationId xmlns:a16="http://schemas.microsoft.com/office/drawing/2014/main" xmlns="" id="{966D2640-A438-4FB6-B781-5A52DEC85C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4" name="Freeform 34">
                <a:extLst>
                  <a:ext uri="{FF2B5EF4-FFF2-40B4-BE49-F238E27FC236}">
                    <a16:creationId xmlns:a16="http://schemas.microsoft.com/office/drawing/2014/main" xmlns="" id="{34E1EFFF-720C-4CC0-9F95-DD1DAF99AD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5" name="Freeform 35">
                <a:extLst>
                  <a:ext uri="{FF2B5EF4-FFF2-40B4-BE49-F238E27FC236}">
                    <a16:creationId xmlns:a16="http://schemas.microsoft.com/office/drawing/2014/main" xmlns="" id="{EA7AB0E1-6C49-409D-86F5-BE00BDDFC0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6" name="Freeform 36">
                <a:extLst>
                  <a:ext uri="{FF2B5EF4-FFF2-40B4-BE49-F238E27FC236}">
                    <a16:creationId xmlns:a16="http://schemas.microsoft.com/office/drawing/2014/main" xmlns="" id="{5D17598C-0C57-4F4E-8F6B-A2AD8071F8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7" name="Freeform 37">
                <a:extLst>
                  <a:ext uri="{FF2B5EF4-FFF2-40B4-BE49-F238E27FC236}">
                    <a16:creationId xmlns:a16="http://schemas.microsoft.com/office/drawing/2014/main" xmlns="" id="{EBEBC0DC-F56F-48FE-824E-E9378C48976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8" name="Freeform 38">
                <a:extLst>
                  <a:ext uri="{FF2B5EF4-FFF2-40B4-BE49-F238E27FC236}">
                    <a16:creationId xmlns:a16="http://schemas.microsoft.com/office/drawing/2014/main" xmlns="" id="{CC7FDCF1-1736-48A0-BDB2-87D6E09067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39" name="Freeform 39">
                <a:extLst>
                  <a:ext uri="{FF2B5EF4-FFF2-40B4-BE49-F238E27FC236}">
                    <a16:creationId xmlns:a16="http://schemas.microsoft.com/office/drawing/2014/main" xmlns="" id="{2A650CF5-564F-44D1-AB08-6C500DD3CE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0" name="Freeform 40">
                <a:extLst>
                  <a:ext uri="{FF2B5EF4-FFF2-40B4-BE49-F238E27FC236}">
                    <a16:creationId xmlns:a16="http://schemas.microsoft.com/office/drawing/2014/main" xmlns="" id="{3108FEFA-0402-4C1C-AE39-5ADC09402F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41" name="Rectangle 41">
                <a:extLst>
                  <a:ext uri="{FF2B5EF4-FFF2-40B4-BE49-F238E27FC236}">
                    <a16:creationId xmlns:a16="http://schemas.microsoft.com/office/drawing/2014/main" xmlns="" id="{340AE827-F344-464F-851C-E03AFC98DC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5170" name="Round Diagonal Corner Rectangle 11">
            <a:extLst>
              <a:ext uri="{FF2B5EF4-FFF2-40B4-BE49-F238E27FC236}">
                <a16:creationId xmlns:a16="http://schemas.microsoft.com/office/drawing/2014/main" xmlns="" id="{E4B7B3E3-827A-48BE-AD67-A57C45AA69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61AFC2E5-3982-FEF9-AC19-0BA1B94C6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646038"/>
            <a:ext cx="6112382" cy="356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A317D5F-7E19-78E6-09C1-103F4FDDE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041" y="2249487"/>
            <a:ext cx="3281004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The survey we had done on the google form our response’s view in it and the reviews in such a way that that was most like its CYBER BULLYING.</a:t>
            </a:r>
          </a:p>
          <a:p>
            <a:pPr marR="0"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3984554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2">
            <a:extLst>
              <a:ext uri="{FF2B5EF4-FFF2-40B4-BE49-F238E27FC236}">
                <a16:creationId xmlns:a16="http://schemas.microsoft.com/office/drawing/2014/main" xmlns="" id="{519FA62B-A2C9-49F5-8C45-9D5CDCD72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xmlns="" id="{A24E966C-35F3-4DB1-8C23-4BC252E4E4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C24ADCBC-2A94-4F6E-BC8D-278612B7AC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xmlns="" id="{38F45A3E-0BAF-4E7A-AD24-51B345041D5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xmlns="" id="{5340FE26-BABB-409C-A32A-B3D10BD2355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xmlns="" id="{A9468B59-1984-42C3-88A4-942CF6EF75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Freeform 8">
                <a:extLst>
                  <a:ext uri="{FF2B5EF4-FFF2-40B4-BE49-F238E27FC236}">
                    <a16:creationId xmlns:a16="http://schemas.microsoft.com/office/drawing/2014/main" xmlns="" id="{F6B5E914-0078-49CC-AD42-C97DC361CD0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xmlns="" id="{D18B3F5A-0978-48AE-9360-8ABC8CEABB1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xmlns="" id="{27E73F9B-CBFF-473A-9B41-8964B831E9F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xmlns="" id="{558218B5-0904-4C19-8935-1A64432BC2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12">
                <a:extLst>
                  <a:ext uri="{FF2B5EF4-FFF2-40B4-BE49-F238E27FC236}">
                    <a16:creationId xmlns:a16="http://schemas.microsoft.com/office/drawing/2014/main" xmlns="" id="{DBCBCB59-A700-4032-AB43-CB06687996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xmlns="" id="{861A9C11-1685-4F09-B995-D5ECAD153FE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xmlns="" id="{57CCC420-3BF0-4A3E-A4FB-41537B0642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Freeform 15">
                <a:extLst>
                  <a:ext uri="{FF2B5EF4-FFF2-40B4-BE49-F238E27FC236}">
                    <a16:creationId xmlns:a16="http://schemas.microsoft.com/office/drawing/2014/main" xmlns="" id="{1DEFC6D1-15DA-4DDC-8FD1-B7630B8D607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xmlns="" id="{0C6F2EE9-81FE-4B46-9513-6EC7D930124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17">
                <a:extLst>
                  <a:ext uri="{FF2B5EF4-FFF2-40B4-BE49-F238E27FC236}">
                    <a16:creationId xmlns:a16="http://schemas.microsoft.com/office/drawing/2014/main" xmlns="" id="{26DF77E9-F68C-4FE0-864E-A4A4DE36169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xmlns="" id="{9D3495ED-B588-4755-B8BB-18D33E4AC41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xmlns="" id="{E76105FE-305A-42A7-B2DD-388B99FAB80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0">
                <a:extLst>
                  <a:ext uri="{FF2B5EF4-FFF2-40B4-BE49-F238E27FC236}">
                    <a16:creationId xmlns:a16="http://schemas.microsoft.com/office/drawing/2014/main" xmlns="" id="{F1883F6E-6FAE-49E2-AE28-02B88BEBF6D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Rectangle 21">
                <a:extLst>
                  <a:ext uri="{FF2B5EF4-FFF2-40B4-BE49-F238E27FC236}">
                    <a16:creationId xmlns:a16="http://schemas.microsoft.com/office/drawing/2014/main" xmlns="" id="{8C8A198F-A0AA-455F-ACD5-8587457BDD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22">
                <a:extLst>
                  <a:ext uri="{FF2B5EF4-FFF2-40B4-BE49-F238E27FC236}">
                    <a16:creationId xmlns:a16="http://schemas.microsoft.com/office/drawing/2014/main" xmlns="" id="{E57E155C-0F05-498E-B0E3-33AE15B7E8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23">
                <a:extLst>
                  <a:ext uri="{FF2B5EF4-FFF2-40B4-BE49-F238E27FC236}">
                    <a16:creationId xmlns:a16="http://schemas.microsoft.com/office/drawing/2014/main" xmlns="" id="{3D7FB1D7-F9DB-443D-A2D4-40C46F6975A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8" name="Freeform 24">
                <a:extLst>
                  <a:ext uri="{FF2B5EF4-FFF2-40B4-BE49-F238E27FC236}">
                    <a16:creationId xmlns:a16="http://schemas.microsoft.com/office/drawing/2014/main" xmlns="" id="{9EF7FB08-B52A-4C0D-BF32-AC6D91AE998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Freeform 25">
                <a:extLst>
                  <a:ext uri="{FF2B5EF4-FFF2-40B4-BE49-F238E27FC236}">
                    <a16:creationId xmlns:a16="http://schemas.microsoft.com/office/drawing/2014/main" xmlns="" id="{2A27D708-7911-4EAB-8A9D-E608726B57C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0" name="Freeform 26">
                <a:extLst>
                  <a:ext uri="{FF2B5EF4-FFF2-40B4-BE49-F238E27FC236}">
                    <a16:creationId xmlns:a16="http://schemas.microsoft.com/office/drawing/2014/main" xmlns="" id="{40A3E3AC-335B-4EAB-A5D4-E72C8434ABB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1" name="Freeform 27">
                <a:extLst>
                  <a:ext uri="{FF2B5EF4-FFF2-40B4-BE49-F238E27FC236}">
                    <a16:creationId xmlns:a16="http://schemas.microsoft.com/office/drawing/2014/main" xmlns="" id="{FC4E923E-7CEC-4950-8C12-F40EAE7A367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2" name="Freeform 28">
                <a:extLst>
                  <a:ext uri="{FF2B5EF4-FFF2-40B4-BE49-F238E27FC236}">
                    <a16:creationId xmlns:a16="http://schemas.microsoft.com/office/drawing/2014/main" xmlns="" id="{23A92FB5-3211-4195-8FFA-A8F49F6777E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3" name="Freeform 29">
                <a:extLst>
                  <a:ext uri="{FF2B5EF4-FFF2-40B4-BE49-F238E27FC236}">
                    <a16:creationId xmlns:a16="http://schemas.microsoft.com/office/drawing/2014/main" xmlns="" id="{BB88442A-84E1-4264-BD24-B14020F21EF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4" name="Freeform 30">
                <a:extLst>
                  <a:ext uri="{FF2B5EF4-FFF2-40B4-BE49-F238E27FC236}">
                    <a16:creationId xmlns:a16="http://schemas.microsoft.com/office/drawing/2014/main" xmlns="" id="{B47AD665-0844-40BF-AE62-BA493929C50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55" name="Freeform 31">
                <a:extLst>
                  <a:ext uri="{FF2B5EF4-FFF2-40B4-BE49-F238E27FC236}">
                    <a16:creationId xmlns:a16="http://schemas.microsoft.com/office/drawing/2014/main" xmlns="" id="{01D8E540-292C-4867-BD21-43910262E9F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A00C8F50-D632-4BE8-B5BF-8AEAE2D132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9" name="Freeform 32">
                <a:extLst>
                  <a:ext uri="{FF2B5EF4-FFF2-40B4-BE49-F238E27FC236}">
                    <a16:creationId xmlns:a16="http://schemas.microsoft.com/office/drawing/2014/main" xmlns="" id="{7870CC07-8D37-4F4D-A73B-9762FFAB178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Freeform 33">
                <a:extLst>
                  <a:ext uri="{FF2B5EF4-FFF2-40B4-BE49-F238E27FC236}">
                    <a16:creationId xmlns:a16="http://schemas.microsoft.com/office/drawing/2014/main" xmlns="" id="{06B84BAB-C27B-4804-9496-FDDA7FF6F24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Freeform 34">
                <a:extLst>
                  <a:ext uri="{FF2B5EF4-FFF2-40B4-BE49-F238E27FC236}">
                    <a16:creationId xmlns:a16="http://schemas.microsoft.com/office/drawing/2014/main" xmlns="" id="{45E90447-AF32-4C90-8940-D5EBE9F6406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35">
                <a:extLst>
                  <a:ext uri="{FF2B5EF4-FFF2-40B4-BE49-F238E27FC236}">
                    <a16:creationId xmlns:a16="http://schemas.microsoft.com/office/drawing/2014/main" xmlns="" id="{DFD35AB5-2871-471E-87D3-C3C024C31E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36">
                <a:extLst>
                  <a:ext uri="{FF2B5EF4-FFF2-40B4-BE49-F238E27FC236}">
                    <a16:creationId xmlns:a16="http://schemas.microsoft.com/office/drawing/2014/main" xmlns="" id="{60EED77B-C4CD-44DE-B7AA-472CBEE6EC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37">
                <a:extLst>
                  <a:ext uri="{FF2B5EF4-FFF2-40B4-BE49-F238E27FC236}">
                    <a16:creationId xmlns:a16="http://schemas.microsoft.com/office/drawing/2014/main" xmlns="" id="{68122908-2E24-4971-A70E-29CFE953E573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38">
                <a:extLst>
                  <a:ext uri="{FF2B5EF4-FFF2-40B4-BE49-F238E27FC236}">
                    <a16:creationId xmlns:a16="http://schemas.microsoft.com/office/drawing/2014/main" xmlns="" id="{43930918-848F-4F70-8C42-426DCCB4D4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xmlns="" id="{7C2C1A0B-06A1-4F89-9A58-66CAB57F1FD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Freeform 40">
                <a:extLst>
                  <a:ext uri="{FF2B5EF4-FFF2-40B4-BE49-F238E27FC236}">
                    <a16:creationId xmlns:a16="http://schemas.microsoft.com/office/drawing/2014/main" xmlns="" id="{F26FAEF0-6EA1-41B4-AC1D-0BC56E43EFE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xmlns="" id="{563F085C-A9C1-47AB-9656-468B79DE5A2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xmlns="" id="{4522F6F2-D276-4B44-927D-595B62E8F5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CE1A8443-DFAD-4C8E-A1D1-B1FFC23AA5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Picture 2">
              <a:extLst>
                <a:ext uri="{FF2B5EF4-FFF2-40B4-BE49-F238E27FC236}">
                  <a16:creationId xmlns:a16="http://schemas.microsoft.com/office/drawing/2014/main" xmlns="" id="{7C16C621-4F51-4093-B639-5E04CF0EA5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A7B6C2-1A19-F493-186C-EABF617CE7F9}"/>
              </a:ext>
            </a:extLst>
          </p:cNvPr>
          <p:cNvSpPr txBox="1"/>
          <p:nvPr/>
        </p:nvSpPr>
        <p:spPr>
          <a:xfrm>
            <a:off x="4239307" y="-91125"/>
            <a:ext cx="6050713" cy="935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cap="all" dirty="0">
                <a:latin typeface="+mj-lt"/>
                <a:ea typeface="+mj-ea"/>
                <a:cs typeface="+mj-cs"/>
              </a:rPr>
              <a:t>Impact of Mobile Phones</a:t>
            </a:r>
          </a:p>
        </p:txBody>
      </p:sp>
      <p:pic>
        <p:nvPicPr>
          <p:cNvPr id="206" name="Picture 205" descr="Mobile device with apps">
            <a:extLst>
              <a:ext uri="{FF2B5EF4-FFF2-40B4-BE49-F238E27FC236}">
                <a16:creationId xmlns:a16="http://schemas.microsoft.com/office/drawing/2014/main" xmlns="" id="{6BFC94FC-EEC4-C5E8-2C2C-852E99DEA6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75" r="11204"/>
          <a:stretch>
            <a:fillRect/>
          </a:stretch>
        </p:blipFill>
        <p:spPr>
          <a:xfrm>
            <a:off x="-5596" y="10"/>
            <a:ext cx="3706740" cy="6857990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xmlns="" id="{9A210947-19DD-4D82-9001-EB4FD3CA88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xmlns="" id="{308BA069-8E59-4A52-9D81-F41BB255CC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6">
              <a:extLst>
                <a:ext uri="{FF2B5EF4-FFF2-40B4-BE49-F238E27FC236}">
                  <a16:creationId xmlns:a16="http://schemas.microsoft.com/office/drawing/2014/main" xmlns="" id="{3F647F8A-2464-4A5A-BC19-757CDB00F6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7">
              <a:extLst>
                <a:ext uri="{FF2B5EF4-FFF2-40B4-BE49-F238E27FC236}">
                  <a16:creationId xmlns:a16="http://schemas.microsoft.com/office/drawing/2014/main" xmlns="" id="{56E9E8F0-C005-4002-A7CC-050F4E163C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xmlns="" id="{6F73DD6E-B3F0-4263-B349-EF6F73438A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xmlns="" id="{819862A2-B765-4A89-A229-6D13897818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Freeform 10">
              <a:extLst>
                <a:ext uri="{FF2B5EF4-FFF2-40B4-BE49-F238E27FC236}">
                  <a16:creationId xmlns:a16="http://schemas.microsoft.com/office/drawing/2014/main" xmlns="" id="{80B74F06-F12D-48F0-9469-1B41C86762F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8" name="Freeform 11">
              <a:extLst>
                <a:ext uri="{FF2B5EF4-FFF2-40B4-BE49-F238E27FC236}">
                  <a16:creationId xmlns:a16="http://schemas.microsoft.com/office/drawing/2014/main" xmlns="" id="{90B9E938-2C10-4FD4-A44B-AC2C6CCB5B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Freeform 12">
              <a:extLst>
                <a:ext uri="{FF2B5EF4-FFF2-40B4-BE49-F238E27FC236}">
                  <a16:creationId xmlns:a16="http://schemas.microsoft.com/office/drawing/2014/main" xmlns="" id="{F9EFD92F-C67D-4998-BF9E-78AE28DF54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Freeform 13">
              <a:extLst>
                <a:ext uri="{FF2B5EF4-FFF2-40B4-BE49-F238E27FC236}">
                  <a16:creationId xmlns:a16="http://schemas.microsoft.com/office/drawing/2014/main" xmlns="" id="{40A102B9-B463-49AA-80B5-DED0B2E43A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1" name="Freeform 14">
              <a:extLst>
                <a:ext uri="{FF2B5EF4-FFF2-40B4-BE49-F238E27FC236}">
                  <a16:creationId xmlns:a16="http://schemas.microsoft.com/office/drawing/2014/main" xmlns="" id="{D8FE84BD-D175-437D-B860-3715158CFC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" name="Freeform 15">
              <a:extLst>
                <a:ext uri="{FF2B5EF4-FFF2-40B4-BE49-F238E27FC236}">
                  <a16:creationId xmlns:a16="http://schemas.microsoft.com/office/drawing/2014/main" xmlns="" id="{1577D13D-8777-48FE-8799-57CBDEA2AC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xmlns="" id="{ADE86DE6-4A59-4BE5-B2C8-CB7C0FB965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4" name="Freeform 17">
              <a:extLst>
                <a:ext uri="{FF2B5EF4-FFF2-40B4-BE49-F238E27FC236}">
                  <a16:creationId xmlns:a16="http://schemas.microsoft.com/office/drawing/2014/main" xmlns="" id="{5FD7F01E-86AB-47C1-81B1-419856314E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" name="Freeform 18">
              <a:extLst>
                <a:ext uri="{FF2B5EF4-FFF2-40B4-BE49-F238E27FC236}">
                  <a16:creationId xmlns:a16="http://schemas.microsoft.com/office/drawing/2014/main" xmlns="" id="{953EB852-7AA6-40F7-A805-0FF04FAE8E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Freeform 19">
              <a:extLst>
                <a:ext uri="{FF2B5EF4-FFF2-40B4-BE49-F238E27FC236}">
                  <a16:creationId xmlns:a16="http://schemas.microsoft.com/office/drawing/2014/main" xmlns="" id="{FA283238-23CF-4994-8E02-4EB5D97D87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Freeform 20">
              <a:extLst>
                <a:ext uri="{FF2B5EF4-FFF2-40B4-BE49-F238E27FC236}">
                  <a16:creationId xmlns:a16="http://schemas.microsoft.com/office/drawing/2014/main" xmlns="" id="{AE2F0444-3560-46A9-85C6-AD9C4D7000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Freeform 21">
              <a:extLst>
                <a:ext uri="{FF2B5EF4-FFF2-40B4-BE49-F238E27FC236}">
                  <a16:creationId xmlns:a16="http://schemas.microsoft.com/office/drawing/2014/main" xmlns="" id="{B69EAEB1-1086-4684-B20B-C6E250A90E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Freeform 22">
              <a:extLst>
                <a:ext uri="{FF2B5EF4-FFF2-40B4-BE49-F238E27FC236}">
                  <a16:creationId xmlns:a16="http://schemas.microsoft.com/office/drawing/2014/main" xmlns="" id="{4C869530-8A60-4306-BC67-63294F9D54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Freeform 23">
              <a:extLst>
                <a:ext uri="{FF2B5EF4-FFF2-40B4-BE49-F238E27FC236}">
                  <a16:creationId xmlns:a16="http://schemas.microsoft.com/office/drawing/2014/main" xmlns="" id="{EEBC3BC8-0066-4FFF-936E-746B47A0C3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1" name="Freeform 24">
              <a:extLst>
                <a:ext uri="{FF2B5EF4-FFF2-40B4-BE49-F238E27FC236}">
                  <a16:creationId xmlns:a16="http://schemas.microsoft.com/office/drawing/2014/main" xmlns="" id="{7951EC55-DA0C-46F0-BF98-427078A66D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2" name="Freeform 25">
              <a:extLst>
                <a:ext uri="{FF2B5EF4-FFF2-40B4-BE49-F238E27FC236}">
                  <a16:creationId xmlns:a16="http://schemas.microsoft.com/office/drawing/2014/main" xmlns="" id="{F40CBDE4-9D9D-471D-9C7E-D000C060B2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" name="Freeform 26">
              <a:extLst>
                <a:ext uri="{FF2B5EF4-FFF2-40B4-BE49-F238E27FC236}">
                  <a16:creationId xmlns:a16="http://schemas.microsoft.com/office/drawing/2014/main" xmlns="" id="{4E63F3FC-5BCB-400B-8CBB-DB58CF61D6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4" name="Freeform 27">
              <a:extLst>
                <a:ext uri="{FF2B5EF4-FFF2-40B4-BE49-F238E27FC236}">
                  <a16:creationId xmlns:a16="http://schemas.microsoft.com/office/drawing/2014/main" xmlns="" id="{CBE4FF3F-9B00-4479-9EC8-BADD8C77E1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Freeform 28">
              <a:extLst>
                <a:ext uri="{FF2B5EF4-FFF2-40B4-BE49-F238E27FC236}">
                  <a16:creationId xmlns:a16="http://schemas.microsoft.com/office/drawing/2014/main" xmlns="" id="{6BA6A1A3-FE7E-46C6-96C1-693C2E018A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6" name="Freeform 29">
              <a:extLst>
                <a:ext uri="{FF2B5EF4-FFF2-40B4-BE49-F238E27FC236}">
                  <a16:creationId xmlns:a16="http://schemas.microsoft.com/office/drawing/2014/main" xmlns="" id="{114DA81D-9A00-4EB7-A592-23911BB149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7" name="Freeform 30">
              <a:extLst>
                <a:ext uri="{FF2B5EF4-FFF2-40B4-BE49-F238E27FC236}">
                  <a16:creationId xmlns:a16="http://schemas.microsoft.com/office/drawing/2014/main" xmlns="" id="{DB83C953-DA56-415B-943C-6669B401A8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8" name="Freeform 31">
              <a:extLst>
                <a:ext uri="{FF2B5EF4-FFF2-40B4-BE49-F238E27FC236}">
                  <a16:creationId xmlns:a16="http://schemas.microsoft.com/office/drawing/2014/main" xmlns="" id="{51B3F681-1B14-43A9-AD7C-3337BF646C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9" name="Freeform 32">
              <a:extLst>
                <a:ext uri="{FF2B5EF4-FFF2-40B4-BE49-F238E27FC236}">
                  <a16:creationId xmlns:a16="http://schemas.microsoft.com/office/drawing/2014/main" xmlns="" id="{9FFEE267-6F5A-4942-9CCD-93E0FD722B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xmlns="" id="{D473DF80-FE50-4F0F-9AF3-BE37ACE6B9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1" name="Freeform 34">
              <a:extLst>
                <a:ext uri="{FF2B5EF4-FFF2-40B4-BE49-F238E27FC236}">
                  <a16:creationId xmlns:a16="http://schemas.microsoft.com/office/drawing/2014/main" xmlns="" id="{D2426B62-A33A-419E-B4DF-42543C4CCA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" name="Freeform 35">
              <a:extLst>
                <a:ext uri="{FF2B5EF4-FFF2-40B4-BE49-F238E27FC236}">
                  <a16:creationId xmlns:a16="http://schemas.microsoft.com/office/drawing/2014/main" xmlns="" id="{1790CDFA-5E0D-467A-B0CA-637136309D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3" name="Freeform 36">
              <a:extLst>
                <a:ext uri="{FF2B5EF4-FFF2-40B4-BE49-F238E27FC236}">
                  <a16:creationId xmlns:a16="http://schemas.microsoft.com/office/drawing/2014/main" xmlns="" id="{54F41241-7241-4D2A-BDEA-28406C41D5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xmlns="" id="{351E54C3-3D62-48EA-A2DC-D1570769C2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5" name="Freeform 38">
              <a:extLst>
                <a:ext uri="{FF2B5EF4-FFF2-40B4-BE49-F238E27FC236}">
                  <a16:creationId xmlns:a16="http://schemas.microsoft.com/office/drawing/2014/main" xmlns="" id="{F08D2F28-5814-4CA4-A46E-C82FE6EF5D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6" name="Freeform 39">
              <a:extLst>
                <a:ext uri="{FF2B5EF4-FFF2-40B4-BE49-F238E27FC236}">
                  <a16:creationId xmlns:a16="http://schemas.microsoft.com/office/drawing/2014/main" xmlns="" id="{D308FFD9-83B2-4D86-8A5B-CE9F07E8E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Freeform 40">
              <a:extLst>
                <a:ext uri="{FF2B5EF4-FFF2-40B4-BE49-F238E27FC236}">
                  <a16:creationId xmlns:a16="http://schemas.microsoft.com/office/drawing/2014/main" xmlns="" id="{E6A3BE28-5E73-44F0-AA57-58DAD5DD05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8" name="Freeform 41">
              <a:extLst>
                <a:ext uri="{FF2B5EF4-FFF2-40B4-BE49-F238E27FC236}">
                  <a16:creationId xmlns:a16="http://schemas.microsoft.com/office/drawing/2014/main" xmlns="" id="{7ACED00D-535A-4494-8BFA-78E58A2D56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9" name="Freeform 42">
              <a:extLst>
                <a:ext uri="{FF2B5EF4-FFF2-40B4-BE49-F238E27FC236}">
                  <a16:creationId xmlns:a16="http://schemas.microsoft.com/office/drawing/2014/main" xmlns="" id="{0C7D7BCF-768E-4C0D-857A-63BBA8F9BF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Freeform 43">
              <a:extLst>
                <a:ext uri="{FF2B5EF4-FFF2-40B4-BE49-F238E27FC236}">
                  <a16:creationId xmlns:a16="http://schemas.microsoft.com/office/drawing/2014/main" xmlns="" id="{29401C0B-5EF6-49A6-A9F6-DAC32B3B65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1" name="Freeform 44">
              <a:extLst>
                <a:ext uri="{FF2B5EF4-FFF2-40B4-BE49-F238E27FC236}">
                  <a16:creationId xmlns:a16="http://schemas.microsoft.com/office/drawing/2014/main" xmlns="" id="{F6DF5234-BC86-4ABB-A7ED-575143C6A4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xmlns="" id="{E4863625-8438-4877-9681-839C192C61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3" name="Freeform 46">
              <a:extLst>
                <a:ext uri="{FF2B5EF4-FFF2-40B4-BE49-F238E27FC236}">
                  <a16:creationId xmlns:a16="http://schemas.microsoft.com/office/drawing/2014/main" xmlns="" id="{8A1D47CD-E2C4-4AD2-B105-655BB09052A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4" name="Freeform 47">
              <a:extLst>
                <a:ext uri="{FF2B5EF4-FFF2-40B4-BE49-F238E27FC236}">
                  <a16:creationId xmlns:a16="http://schemas.microsoft.com/office/drawing/2014/main" xmlns="" id="{4D816259-D8E8-4E5C-A2CF-8C8AFB80571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" name="Freeform 48">
              <a:extLst>
                <a:ext uri="{FF2B5EF4-FFF2-40B4-BE49-F238E27FC236}">
                  <a16:creationId xmlns:a16="http://schemas.microsoft.com/office/drawing/2014/main" xmlns="" id="{6377A258-3874-44DB-99C9-C4EA6F7AA2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6" name="Freeform 49">
              <a:extLst>
                <a:ext uri="{FF2B5EF4-FFF2-40B4-BE49-F238E27FC236}">
                  <a16:creationId xmlns:a16="http://schemas.microsoft.com/office/drawing/2014/main" xmlns="" id="{A3902333-5178-425F-AA5F-14ABBEDAEF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7" name="Freeform 50">
              <a:extLst>
                <a:ext uri="{FF2B5EF4-FFF2-40B4-BE49-F238E27FC236}">
                  <a16:creationId xmlns:a16="http://schemas.microsoft.com/office/drawing/2014/main" xmlns="" id="{090FF72C-8743-4B55-99A4-E62D6A4B20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8" name="Freeform 51">
              <a:extLst>
                <a:ext uri="{FF2B5EF4-FFF2-40B4-BE49-F238E27FC236}">
                  <a16:creationId xmlns:a16="http://schemas.microsoft.com/office/drawing/2014/main" xmlns="" id="{BFCE6B39-2A20-4DB5-BA8E-2FA60B4600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9" name="Freeform 52">
              <a:extLst>
                <a:ext uri="{FF2B5EF4-FFF2-40B4-BE49-F238E27FC236}">
                  <a16:creationId xmlns:a16="http://schemas.microsoft.com/office/drawing/2014/main" xmlns="" id="{A9F068E0-CF7F-474D-9118-50619A6E1C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0" name="Freeform 53">
              <a:extLst>
                <a:ext uri="{FF2B5EF4-FFF2-40B4-BE49-F238E27FC236}">
                  <a16:creationId xmlns:a16="http://schemas.microsoft.com/office/drawing/2014/main" xmlns="" id="{CEE9ADFF-5205-4783-ADA2-655A73DB47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1" name="Freeform 54">
              <a:extLst>
                <a:ext uri="{FF2B5EF4-FFF2-40B4-BE49-F238E27FC236}">
                  <a16:creationId xmlns:a16="http://schemas.microsoft.com/office/drawing/2014/main" xmlns="" id="{B28123C4-0A50-4115-936C-C659A9129A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2" name="Freeform 55">
              <a:extLst>
                <a:ext uri="{FF2B5EF4-FFF2-40B4-BE49-F238E27FC236}">
                  <a16:creationId xmlns:a16="http://schemas.microsoft.com/office/drawing/2014/main" xmlns="" id="{09B49DB9-536F-45DE-9352-5095C8D838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3" name="Freeform 56">
              <a:extLst>
                <a:ext uri="{FF2B5EF4-FFF2-40B4-BE49-F238E27FC236}">
                  <a16:creationId xmlns:a16="http://schemas.microsoft.com/office/drawing/2014/main" xmlns="" id="{43C4B12A-C5E9-47A5-9B04-5D2186A0747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4" name="Freeform 57">
              <a:extLst>
                <a:ext uri="{FF2B5EF4-FFF2-40B4-BE49-F238E27FC236}">
                  <a16:creationId xmlns:a16="http://schemas.microsoft.com/office/drawing/2014/main" xmlns="" id="{A01B0DF5-9122-4E62-BF5B-0CCE0A5457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5" name="Freeform 58">
              <a:extLst>
                <a:ext uri="{FF2B5EF4-FFF2-40B4-BE49-F238E27FC236}">
                  <a16:creationId xmlns:a16="http://schemas.microsoft.com/office/drawing/2014/main" xmlns="" id="{3ED6B441-A89D-4565-949B-4C4AB6DC95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F40EF814-E44C-D5E9-F1AD-E00FC182A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594" y="614420"/>
            <a:ext cx="6078453" cy="10302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Mobile phones have multiple impacts on our lives</a:t>
            </a:r>
          </a:p>
          <a:p>
            <a:pPr marL="0" marR="0" lvl="0" indent="-22860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Two main areas: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Connection Speed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Social Isolation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33298D6-6F25-9E2C-5D78-364A21B76148}"/>
              </a:ext>
            </a:extLst>
          </p:cNvPr>
          <p:cNvSpPr txBox="1"/>
          <p:nvPr/>
        </p:nvSpPr>
        <p:spPr>
          <a:xfrm>
            <a:off x="3807958" y="1362181"/>
            <a:ext cx="6101442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Impact on Connection Speed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Mobile phones do </a:t>
            </a:r>
            <a:r>
              <a:rPr lang="en-US" b="1" dirty="0"/>
              <a:t>not directly control internet speed</a:t>
            </a: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Speed depends on: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Service provider and network (4G, 5G, Wi-Fi 6)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Signal strength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Device capabilities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Newer phones have better wireless adapters and processors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Older phones may experience slower speeds even on the same Wi-Fi 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2E04B38-1872-615F-D5B2-A0914C400DB0}"/>
              </a:ext>
            </a:extLst>
          </p:cNvPr>
          <p:cNvSpPr txBox="1"/>
          <p:nvPr/>
        </p:nvSpPr>
        <p:spPr>
          <a:xfrm>
            <a:off x="3820206" y="4338638"/>
            <a:ext cx="610144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Impact on Social Isolation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Mobile phones have a </a:t>
            </a:r>
            <a:r>
              <a:rPr lang="en-US" b="1" dirty="0"/>
              <a:t>dual role</a:t>
            </a:r>
            <a:r>
              <a:rPr lang="en-US" dirty="0"/>
              <a:t> in social life: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Enhancing Connectivity:</a:t>
            </a:r>
            <a:endParaRPr lang="en-US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Keeps people connected with family and friends across distances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Reduces loneliness, especially for those with limited mobility or in remote areas</a:t>
            </a:r>
          </a:p>
        </p:txBody>
      </p:sp>
    </p:spTree>
    <p:extLst>
      <p:ext uri="{BB962C8B-B14F-4D97-AF65-F5344CB8AC3E}">
        <p14:creationId xmlns:p14="http://schemas.microsoft.com/office/powerpoint/2010/main" val="2458861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F9F450-C8BC-7253-F98E-9E25BD6BD326}"/>
              </a:ext>
            </a:extLst>
          </p:cNvPr>
          <p:cNvSpPr txBox="1"/>
          <p:nvPr/>
        </p:nvSpPr>
        <p:spPr>
          <a:xfrm>
            <a:off x="1200151" y="115784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Causing Social Isolation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Excessive phone use can </a:t>
            </a:r>
            <a:r>
              <a:rPr lang="en-US" b="1" dirty="0"/>
              <a:t>replace face-to-face interactions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Phubbing (phone snubbing):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Ignoring people during in-person conversations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Reduces relationship satisfaction and social connectedness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Reduced Quality of Interactions: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Presence of phones lowers trust, empathy, and conversation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Preference for Virtual over Real: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Youth may prefer social media messaging over in-person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hinder development of social skills and emotional intelligence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xmlns="" id="{F18BAB6F-C3DC-6B6E-A88B-075E2C9F6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453798"/>
              </p:ext>
            </p:extLst>
          </p:nvPr>
        </p:nvGraphicFramePr>
        <p:xfrm>
          <a:off x="819151" y="4423559"/>
          <a:ext cx="610144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xmlns="" id="{721A4AA1-464F-28A0-E3F7-420FA8BAF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6241263"/>
              </p:ext>
            </p:extLst>
          </p:nvPr>
        </p:nvGraphicFramePr>
        <p:xfrm>
          <a:off x="6090558" y="2750289"/>
          <a:ext cx="6101442" cy="2050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74394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6" grpId="0">
        <p:bldAsOne/>
      </p:bldGraphic>
      <p:bldGraphic spid="1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5" name="Picture 2">
            <a:extLst>
              <a:ext uri="{FF2B5EF4-FFF2-40B4-BE49-F238E27FC236}">
                <a16:creationId xmlns:a16="http://schemas.microsoft.com/office/drawing/2014/main" xmlns="" id="{5B367C29-5200-4FF1-83B7-18B105A0BD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7" name="Group 7176">
            <a:extLst>
              <a:ext uri="{FF2B5EF4-FFF2-40B4-BE49-F238E27FC236}">
                <a16:creationId xmlns:a16="http://schemas.microsoft.com/office/drawing/2014/main" xmlns="" id="{EC711491-7BB6-4BE6-A470-44BF61D562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7178" name="Group 7177">
              <a:extLst>
                <a:ext uri="{FF2B5EF4-FFF2-40B4-BE49-F238E27FC236}">
                  <a16:creationId xmlns:a16="http://schemas.microsoft.com/office/drawing/2014/main" xmlns="" id="{FE4F104B-68BE-4E53-A6A5-5C5F93FF72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7190" name="Rectangle 5">
                <a:extLst>
                  <a:ext uri="{FF2B5EF4-FFF2-40B4-BE49-F238E27FC236}">
                    <a16:creationId xmlns:a16="http://schemas.microsoft.com/office/drawing/2014/main" xmlns="" id="{EF4A7076-D6BC-4AE1-AE2C-C09B16AAB4C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1" name="Freeform 6">
                <a:extLst>
                  <a:ext uri="{FF2B5EF4-FFF2-40B4-BE49-F238E27FC236}">
                    <a16:creationId xmlns:a16="http://schemas.microsoft.com/office/drawing/2014/main" xmlns="" id="{58FA119B-7250-4EC7-912F-F5613CC2813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2" name="Freeform 7">
                <a:extLst>
                  <a:ext uri="{FF2B5EF4-FFF2-40B4-BE49-F238E27FC236}">
                    <a16:creationId xmlns:a16="http://schemas.microsoft.com/office/drawing/2014/main" xmlns="" id="{7B9A9AED-D47E-44AD-AD6E-2EECC94D882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3" name="Freeform 8">
                <a:extLst>
                  <a:ext uri="{FF2B5EF4-FFF2-40B4-BE49-F238E27FC236}">
                    <a16:creationId xmlns:a16="http://schemas.microsoft.com/office/drawing/2014/main" xmlns="" id="{00A30ECA-328D-4512-825B-0AD59604678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4" name="Freeform 9">
                <a:extLst>
                  <a:ext uri="{FF2B5EF4-FFF2-40B4-BE49-F238E27FC236}">
                    <a16:creationId xmlns:a16="http://schemas.microsoft.com/office/drawing/2014/main" xmlns="" id="{14A218CE-B3D8-4A43-86CC-48980645AC6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5" name="Freeform 10">
                <a:extLst>
                  <a:ext uri="{FF2B5EF4-FFF2-40B4-BE49-F238E27FC236}">
                    <a16:creationId xmlns:a16="http://schemas.microsoft.com/office/drawing/2014/main" xmlns="" id="{E9743B7D-51BF-425C-A4B8-33B2E001EF2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6" name="Freeform 11">
                <a:extLst>
                  <a:ext uri="{FF2B5EF4-FFF2-40B4-BE49-F238E27FC236}">
                    <a16:creationId xmlns:a16="http://schemas.microsoft.com/office/drawing/2014/main" xmlns="" id="{9BA633B3-C879-4E15-B66C-788B4C60A1D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7" name="Freeform 12">
                <a:extLst>
                  <a:ext uri="{FF2B5EF4-FFF2-40B4-BE49-F238E27FC236}">
                    <a16:creationId xmlns:a16="http://schemas.microsoft.com/office/drawing/2014/main" xmlns="" id="{324C8953-B4E2-4DA0-B5D5-BD2A735E67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8" name="Freeform 13">
                <a:extLst>
                  <a:ext uri="{FF2B5EF4-FFF2-40B4-BE49-F238E27FC236}">
                    <a16:creationId xmlns:a16="http://schemas.microsoft.com/office/drawing/2014/main" xmlns="" id="{717A3B65-FE80-419B-AB5D-48B5E3A7B4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99" name="Freeform 14">
                <a:extLst>
                  <a:ext uri="{FF2B5EF4-FFF2-40B4-BE49-F238E27FC236}">
                    <a16:creationId xmlns:a16="http://schemas.microsoft.com/office/drawing/2014/main" xmlns="" id="{675ECD78-7D6B-4A3F-8163-392D7F8D69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0" name="Freeform 15">
                <a:extLst>
                  <a:ext uri="{FF2B5EF4-FFF2-40B4-BE49-F238E27FC236}">
                    <a16:creationId xmlns:a16="http://schemas.microsoft.com/office/drawing/2014/main" xmlns="" id="{8D036282-E32F-461D-BFB6-2A58D6D27A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1" name="Line 16">
                <a:extLst>
                  <a:ext uri="{FF2B5EF4-FFF2-40B4-BE49-F238E27FC236}">
                    <a16:creationId xmlns:a16="http://schemas.microsoft.com/office/drawing/2014/main" xmlns="" id="{F95EB10E-5264-467D-8382-A77C4DED251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2" name="Freeform 17">
                <a:extLst>
                  <a:ext uri="{FF2B5EF4-FFF2-40B4-BE49-F238E27FC236}">
                    <a16:creationId xmlns:a16="http://schemas.microsoft.com/office/drawing/2014/main" xmlns="" id="{218F9268-D2F0-487B-A021-8786B65518D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3" name="Freeform 18">
                <a:extLst>
                  <a:ext uri="{FF2B5EF4-FFF2-40B4-BE49-F238E27FC236}">
                    <a16:creationId xmlns:a16="http://schemas.microsoft.com/office/drawing/2014/main" xmlns="" id="{B4AEE5AC-EF5C-42E4-B185-A176E1997650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4" name="Freeform 19">
                <a:extLst>
                  <a:ext uri="{FF2B5EF4-FFF2-40B4-BE49-F238E27FC236}">
                    <a16:creationId xmlns:a16="http://schemas.microsoft.com/office/drawing/2014/main" xmlns="" id="{E961E89F-C1DB-48E5-8B52-FDDAED9E0E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5" name="Freeform 20">
                <a:extLst>
                  <a:ext uri="{FF2B5EF4-FFF2-40B4-BE49-F238E27FC236}">
                    <a16:creationId xmlns:a16="http://schemas.microsoft.com/office/drawing/2014/main" xmlns="" id="{412962B4-425A-4C36-A65A-0F66ED7CD38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6" name="Rectangle 21">
                <a:extLst>
                  <a:ext uri="{FF2B5EF4-FFF2-40B4-BE49-F238E27FC236}">
                    <a16:creationId xmlns:a16="http://schemas.microsoft.com/office/drawing/2014/main" xmlns="" id="{037BE3F7-563A-4D9A-BC98-C71F727D23A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7" name="Freeform 22">
                <a:extLst>
                  <a:ext uri="{FF2B5EF4-FFF2-40B4-BE49-F238E27FC236}">
                    <a16:creationId xmlns:a16="http://schemas.microsoft.com/office/drawing/2014/main" xmlns="" id="{2FDB1005-EB5E-475A-AC43-4ED3E563DEF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8" name="Freeform 23">
                <a:extLst>
                  <a:ext uri="{FF2B5EF4-FFF2-40B4-BE49-F238E27FC236}">
                    <a16:creationId xmlns:a16="http://schemas.microsoft.com/office/drawing/2014/main" xmlns="" id="{68BFFBC6-C704-42A7-9D7E-AFB5C37FBDA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09" name="Freeform 24">
                <a:extLst>
                  <a:ext uri="{FF2B5EF4-FFF2-40B4-BE49-F238E27FC236}">
                    <a16:creationId xmlns:a16="http://schemas.microsoft.com/office/drawing/2014/main" xmlns="" id="{4888EAD7-EBE9-4549-9A91-6FEC611536F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0" name="Freeform 25">
                <a:extLst>
                  <a:ext uri="{FF2B5EF4-FFF2-40B4-BE49-F238E27FC236}">
                    <a16:creationId xmlns:a16="http://schemas.microsoft.com/office/drawing/2014/main" xmlns="" id="{B79BC975-BE42-4B57-8335-1699BC0AB13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1" name="Freeform 26">
                <a:extLst>
                  <a:ext uri="{FF2B5EF4-FFF2-40B4-BE49-F238E27FC236}">
                    <a16:creationId xmlns:a16="http://schemas.microsoft.com/office/drawing/2014/main" xmlns="" id="{3998B4F0-CA80-490A-A256-1600E7EA886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2" name="Freeform 27">
                <a:extLst>
                  <a:ext uri="{FF2B5EF4-FFF2-40B4-BE49-F238E27FC236}">
                    <a16:creationId xmlns:a16="http://schemas.microsoft.com/office/drawing/2014/main" xmlns="" id="{2052C104-8168-487E-9044-454DA83AB2B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3" name="Freeform 28">
                <a:extLst>
                  <a:ext uri="{FF2B5EF4-FFF2-40B4-BE49-F238E27FC236}">
                    <a16:creationId xmlns:a16="http://schemas.microsoft.com/office/drawing/2014/main" xmlns="" id="{63ACA30B-5F59-400C-A7CE-D17B5647EE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4" name="Freeform 29">
                <a:extLst>
                  <a:ext uri="{FF2B5EF4-FFF2-40B4-BE49-F238E27FC236}">
                    <a16:creationId xmlns:a16="http://schemas.microsoft.com/office/drawing/2014/main" xmlns="" id="{2E16F318-A142-4353-9949-B4E3A09FE0B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5" name="Freeform 30">
                <a:extLst>
                  <a:ext uri="{FF2B5EF4-FFF2-40B4-BE49-F238E27FC236}">
                    <a16:creationId xmlns:a16="http://schemas.microsoft.com/office/drawing/2014/main" xmlns="" id="{8AE8DBB4-2468-4A78-A54D-FD77C5DC88A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216" name="Freeform 31">
                <a:extLst>
                  <a:ext uri="{FF2B5EF4-FFF2-40B4-BE49-F238E27FC236}">
                    <a16:creationId xmlns:a16="http://schemas.microsoft.com/office/drawing/2014/main" xmlns="" id="{B0E7CEF2-11E4-465C-8F1F-AA8367F96A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7179" name="Group 7178">
              <a:extLst>
                <a:ext uri="{FF2B5EF4-FFF2-40B4-BE49-F238E27FC236}">
                  <a16:creationId xmlns:a16="http://schemas.microsoft.com/office/drawing/2014/main" xmlns="" id="{88B30AFD-E104-45DD-BFBB-5A41F1413B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7180" name="Freeform 32">
                <a:extLst>
                  <a:ext uri="{FF2B5EF4-FFF2-40B4-BE49-F238E27FC236}">
                    <a16:creationId xmlns:a16="http://schemas.microsoft.com/office/drawing/2014/main" xmlns="" id="{CE45A3DF-350B-4A5E-AEBE-F0F280AD037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1" name="Freeform 33">
                <a:extLst>
                  <a:ext uri="{FF2B5EF4-FFF2-40B4-BE49-F238E27FC236}">
                    <a16:creationId xmlns:a16="http://schemas.microsoft.com/office/drawing/2014/main" xmlns="" id="{966D2640-A438-4FB6-B781-5A52DEC85C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2" name="Freeform 34">
                <a:extLst>
                  <a:ext uri="{FF2B5EF4-FFF2-40B4-BE49-F238E27FC236}">
                    <a16:creationId xmlns:a16="http://schemas.microsoft.com/office/drawing/2014/main" xmlns="" id="{34E1EFFF-720C-4CC0-9F95-DD1DAF99ADB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3" name="Freeform 35">
                <a:extLst>
                  <a:ext uri="{FF2B5EF4-FFF2-40B4-BE49-F238E27FC236}">
                    <a16:creationId xmlns:a16="http://schemas.microsoft.com/office/drawing/2014/main" xmlns="" id="{EA7AB0E1-6C49-409D-86F5-BE00BDDFC0A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4" name="Freeform 36">
                <a:extLst>
                  <a:ext uri="{FF2B5EF4-FFF2-40B4-BE49-F238E27FC236}">
                    <a16:creationId xmlns:a16="http://schemas.microsoft.com/office/drawing/2014/main" xmlns="" id="{5D17598C-0C57-4F4E-8F6B-A2AD8071F8A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5" name="Freeform 37">
                <a:extLst>
                  <a:ext uri="{FF2B5EF4-FFF2-40B4-BE49-F238E27FC236}">
                    <a16:creationId xmlns:a16="http://schemas.microsoft.com/office/drawing/2014/main" xmlns="" id="{EBEBC0DC-F56F-48FE-824E-E9378C48976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6" name="Freeform 38">
                <a:extLst>
                  <a:ext uri="{FF2B5EF4-FFF2-40B4-BE49-F238E27FC236}">
                    <a16:creationId xmlns:a16="http://schemas.microsoft.com/office/drawing/2014/main" xmlns="" id="{CC7FDCF1-1736-48A0-BDB2-87D6E09067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7" name="Freeform 39">
                <a:extLst>
                  <a:ext uri="{FF2B5EF4-FFF2-40B4-BE49-F238E27FC236}">
                    <a16:creationId xmlns:a16="http://schemas.microsoft.com/office/drawing/2014/main" xmlns="" id="{2A650CF5-564F-44D1-AB08-6C500DD3CE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8" name="Freeform 40">
                <a:extLst>
                  <a:ext uri="{FF2B5EF4-FFF2-40B4-BE49-F238E27FC236}">
                    <a16:creationId xmlns:a16="http://schemas.microsoft.com/office/drawing/2014/main" xmlns="" id="{3108FEFA-0402-4C1C-AE39-5ADC09402F7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189" name="Rectangle 41">
                <a:extLst>
                  <a:ext uri="{FF2B5EF4-FFF2-40B4-BE49-F238E27FC236}">
                    <a16:creationId xmlns:a16="http://schemas.microsoft.com/office/drawing/2014/main" xmlns="" id="{340AE827-F344-464F-851C-E03AFC98DC5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7218" name="Round Diagonal Corner Rectangle 11">
            <a:extLst>
              <a:ext uri="{FF2B5EF4-FFF2-40B4-BE49-F238E27FC236}">
                <a16:creationId xmlns:a16="http://schemas.microsoft.com/office/drawing/2014/main" xmlns="" id="{E4B7B3E3-827A-48BE-AD67-A57C45AA69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B223A97-1A66-8426-64D3-8E7007D45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760645"/>
            <a:ext cx="6112382" cy="33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CFEBA1B-E693-0F8D-C224-48A02CE41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6041" y="2249487"/>
            <a:ext cx="3281004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survey we have done in it the following impact in such a way that is given in the graph that is shown below:</a:t>
            </a:r>
          </a:p>
          <a:p>
            <a:pPr marR="0" lvl="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687730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FDC7780-01F4-1BA6-88D0-8EB50B9E00AE}"/>
              </a:ext>
            </a:extLst>
          </p:cNvPr>
          <p:cNvSpPr txBox="1"/>
          <p:nvPr/>
        </p:nvSpPr>
        <p:spPr>
          <a:xfrm>
            <a:off x="3486150" y="0"/>
            <a:ext cx="6101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dirty="0"/>
              <a:t>Conclusion – Mobile Phone Usage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BEF1AE4-C5AF-F878-9AC9-6064CE47A423}"/>
              </a:ext>
            </a:extLst>
          </p:cNvPr>
          <p:cNvSpPr txBox="1"/>
          <p:nvPr/>
        </p:nvSpPr>
        <p:spPr>
          <a:xfrm>
            <a:off x="1276350" y="456256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Benefits of Mobile Phones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 people across distances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instant access to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activities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banking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Studying and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Working and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convenience and efficiency in daily life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Challenges of Mobile Phone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Overdependence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 focus and 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 face-to-face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Affect physical and mental health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068C57D2-54D8-B377-989B-35E3AD8E7C6D}"/>
              </a:ext>
            </a:extLst>
          </p:cNvPr>
          <p:cNvSpPr txBox="1"/>
          <p:nvPr/>
        </p:nvSpPr>
        <p:spPr>
          <a:xfrm>
            <a:off x="1276350" y="4703573"/>
            <a:ext cx="6101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Responsible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is </a:t>
            </a:r>
            <a:r>
              <a:rPr lang="en-US" b="1" dirty="0"/>
              <a:t>balance and moderation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Enjoy advantages of technology without letting it control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mindful usage for a healthier lifestyle</a:t>
            </a:r>
          </a:p>
        </p:txBody>
      </p:sp>
    </p:spTree>
    <p:extLst>
      <p:ext uri="{BB962C8B-B14F-4D97-AF65-F5344CB8AC3E}">
        <p14:creationId xmlns:p14="http://schemas.microsoft.com/office/powerpoint/2010/main" val="222306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216</TotalTime>
  <Words>1287</Words>
  <Application>Microsoft Office PowerPoint</Application>
  <PresentationFormat>Widescreen</PresentationFormat>
  <Paragraphs>210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 Display</vt:lpstr>
      <vt:lpstr>Arial</vt:lpstr>
      <vt:lpstr>Calibri</vt:lpstr>
      <vt:lpstr>等线 Light</vt:lpstr>
      <vt:lpstr>Times New Roman</vt:lpstr>
      <vt:lpstr>Trebuchet MS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hadi hadi</dc:creator>
  <cp:lastModifiedBy>Muhammad Faizan</cp:lastModifiedBy>
  <cp:revision>7</cp:revision>
  <dcterms:created xsi:type="dcterms:W3CDTF">2025-11-17T12:50:35Z</dcterms:created>
  <dcterms:modified xsi:type="dcterms:W3CDTF">2025-11-18T07:48:06Z</dcterms:modified>
</cp:coreProperties>
</file>